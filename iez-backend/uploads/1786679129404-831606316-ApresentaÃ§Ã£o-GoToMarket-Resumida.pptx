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0" r:id="rId3"/>
    <p:sldId id="285" r:id="rId4"/>
    <p:sldId id="293" r:id="rId5"/>
    <p:sldId id="286" r:id="rId6"/>
    <p:sldId id="287" r:id="rId7"/>
    <p:sldId id="284" r:id="rId8"/>
    <p:sldId id="288" r:id="rId9"/>
    <p:sldId id="260" r:id="rId10"/>
    <p:sldId id="272" r:id="rId11"/>
    <p:sldId id="266" r:id="rId12"/>
    <p:sldId id="273" r:id="rId13"/>
    <p:sldId id="289" r:id="rId14"/>
    <p:sldId id="290" r:id="rId15"/>
    <p:sldId id="291" r:id="rId16"/>
    <p:sldId id="292" r:id="rId17"/>
  </p:sldIdLst>
  <p:sldSz cx="14630400" cy="8229600"/>
  <p:notesSz cx="8229600" cy="14630400"/>
  <p:embeddedFontLst>
    <p:embeddedFont>
      <p:font typeface="DM Sans" pitchFamily="2" charset="0"/>
      <p:regular r:id="rId19"/>
      <p:bold r:id="rId20"/>
      <p:italic r:id="rId21"/>
      <p:boldItalic r:id="rId22"/>
    </p:embeddedFont>
    <p:embeddedFont>
      <p:font typeface="PT Serif" panose="020A0603040505020204" pitchFamily="18" charset="0"/>
      <p:regular r:id="rId23"/>
      <p:bold r:id="rId24"/>
      <p:italic r:id="rId25"/>
      <p:boldItalic r:id="rId26"/>
    </p:embeddedFont>
    <p:embeddedFont>
      <p:font typeface="Source Sans Pro" panose="020B0503030403020204" pitchFamily="34" charset="0"/>
      <p:regular r:id="rId27"/>
      <p:bold r:id="rId28"/>
      <p:italic r:id="rId29"/>
      <p:boldItalic r:id="rId30"/>
    </p:embeddedFont>
  </p:embeddedFontLst>
  <p:custDataLst>
    <p:tags r:id="rId31"/>
  </p:custData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3" d="100"/>
          <a:sy n="53" d="100"/>
        </p:scale>
        <p:origin x="77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612175600291051E-2"/>
          <c:y val="2.9988465974625143E-2"/>
          <c:w val="0.97477564879941792"/>
          <c:h val="0.9290657439446367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FB45-4DCB-9C73-50E1C7A54B02}"/>
              </c:ext>
            </c:extLst>
          </c:dPt>
          <c:dPt>
            <c:idx val="3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FB45-4DCB-9C73-50E1C7A54B02}"/>
              </c:ext>
            </c:extLst>
          </c:dPt>
          <c:val>
            <c:numRef>
              <c:f>Sheet1!$A$1:$D$1</c:f>
              <c:numCache>
                <c:formatCode>General</c:formatCode>
                <c:ptCount val="4"/>
                <c:pt idx="0">
                  <c:v>30</c:v>
                </c:pt>
                <c:pt idx="1">
                  <c:v>9</c:v>
                </c:pt>
                <c:pt idx="2">
                  <c:v>2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45-4DCB-9C73-50E1C7A54B02}"/>
            </c:ext>
          </c:extLst>
        </c:ser>
        <c:ser>
          <c:idx val="1"/>
          <c:order val="1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C0C0C0"/>
              </a:solidFill>
              <a:ln w="12700" cmpd="sng" algn="ctr">
                <a:solidFill>
                  <a:srgbClr val="808080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FB45-4DCB-9C73-50E1C7A54B02}"/>
              </c:ext>
            </c:extLst>
          </c:dPt>
          <c:val>
            <c:numRef>
              <c:f>Sheet1!$A$2:$D$2</c:f>
              <c:numCache>
                <c:formatCode>General</c:formatCode>
                <c:ptCount val="4"/>
                <c:pt idx="1">
                  <c:v>21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B45-4DCB-9C73-50E1C7A54B0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20062159"/>
        <c:axId val="1"/>
      </c:barChart>
      <c:catAx>
        <c:axId val="16200621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62006215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455696202531647E-2"/>
          <c:y val="4.3117744610281922E-2"/>
          <c:w val="0.96708860759493676"/>
          <c:h val="0.8980099502487561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CB2-45B7-AEF0-55C5F1E8041C}"/>
              </c:ext>
            </c:extLst>
          </c:dPt>
          <c:dPt>
            <c:idx val="2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CB2-45B7-AEF0-55C5F1E8041C}"/>
              </c:ext>
            </c:extLst>
          </c:dPt>
          <c:val>
            <c:numRef>
              <c:f>Sheet1!$A$1:$C$1</c:f>
              <c:numCache>
                <c:formatCode>General</c:formatCode>
                <c:ptCount val="3"/>
                <c:pt idx="0">
                  <c:v>12</c:v>
                </c:pt>
                <c:pt idx="1">
                  <c:v>4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CB2-45B7-AEF0-55C5F1E8041C}"/>
            </c:ext>
          </c:extLst>
        </c:ser>
        <c:ser>
          <c:idx val="1"/>
          <c:order val="1"/>
          <c:spPr>
            <a:solidFill>
              <a:srgbClr val="C0C0C0"/>
            </a:solidFill>
            <a:ln w="12700" cmpd="sng" algn="ctr">
              <a:solidFill>
                <a:srgbClr val="808080"/>
              </a:solidFill>
              <a:prstDash val="solid"/>
            </a:ln>
          </c:spPr>
          <c:invertIfNegative val="0"/>
          <c:val>
            <c:numRef>
              <c:f>Sheet1!$A$2:$C$2</c:f>
              <c:numCache>
                <c:formatCode>General</c:formatCode>
                <c:ptCount val="3"/>
                <c:pt idx="1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CB2-45B7-AEF0-55C5F1E804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20078863"/>
        <c:axId val="1"/>
      </c:barChart>
      <c:catAx>
        <c:axId val="16200788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6200788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5178105994787145E-2"/>
          <c:y val="3.3548387096774192E-2"/>
          <c:w val="0.90964378801042567"/>
          <c:h val="0.9206451612903225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0000"/>
            </a:solidFill>
            <a:ln>
              <a:noFill/>
            </a:ln>
          </c:spPr>
          <c:invertIfNegative val="0"/>
          <c:val>
            <c:numRef>
              <c:f>Sheet1!$A$1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5B1-4EEA-B419-E9F1FC294C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20113199"/>
        <c:axId val="1"/>
      </c:barChart>
      <c:catAx>
        <c:axId val="16201131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162011319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8149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DE16B-DD4E-8C99-38E6-174A40789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C4DAE4-12A8-20FA-5305-BC6D20CDB3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5B5B0-963E-ADDC-FC73-FDBA02CC98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0E39E1-AE11-78E4-E3FC-5B21EB915A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277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00071-FAAF-3A3C-F51C-9979D39D5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722D53-8A85-CE98-9C2B-E2B4D733D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48DD63-21A0-CE7F-F2F7-9DD34B4DA6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C464B4-73C3-84D6-7E07-4EB0E02F09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748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2BF39-923D-5A94-83E8-C6E396030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02B080-8B38-7BDD-07A3-3060FCECE5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2919E-95C1-0AB9-8580-47CCC95AC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1FE555-A8CC-6167-EEFA-046B19E2EE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0491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0A0C6-C78D-4900-CB63-DF5B7053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E905F6-2E82-7EF3-93DE-FEFB46771B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CC6AE-BAE2-16E7-237F-D92932B86C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FA2B2-7182-441C-2F41-316BCE4342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535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6EC4C-F135-2595-66A3-4E4AA4ED7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F19C0-61FB-E0B9-803B-13B2F073C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BB9A4B-B84B-EE66-37DC-45658D530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1659E-9720-D5C6-BA7E-7FED3B225A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13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2534CC-8F11-C149-77B9-953B07DD3F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AB3AE5-C629-D00A-C455-30B8A43AC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547939-EC75-1D44-00FD-5EC8FCCAB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CC0D4-E8F7-418E-B308-BD50D2029310}" type="datetimeFigureOut">
              <a:rPr lang="pt-BR" smtClean="0"/>
              <a:t>12/08/2026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0A743B-56B9-34AB-BD6F-EE72195D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D9ABE7-6D62-9899-D394-5F482D28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2EDDD-30AA-42AF-AE14-6507EA2D2D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763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  <p:extLst>
      <p:ext uri="{BB962C8B-B14F-4D97-AF65-F5344CB8AC3E}">
        <p14:creationId xmlns:p14="http://schemas.microsoft.com/office/powerpoint/2010/main" val="246142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ED6C494-4FD7-D8C0-F517-9772DA601796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7604964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6" imgW="395" imgH="394" progId="TCLayout.ActiveDocument.1">
                  <p:embed/>
                </p:oleObj>
              </mc:Choice>
              <mc:Fallback>
                <p:oleObj name="Slide do think-cell" r:id="rId16" imgW="395" imgH="394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D6C494-4FD7-D8C0-F517-9772DA6017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slideLayout" Target="../slideLayouts/slideLayout12.xml"/><Relationship Id="rId3" Type="http://schemas.openxmlformats.org/officeDocument/2006/relationships/tags" Target="../tags/tag5.xml"/><Relationship Id="rId21" Type="http://schemas.openxmlformats.org/officeDocument/2006/relationships/chart" Target="../charts/chart1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0" Type="http://schemas.openxmlformats.org/officeDocument/2006/relationships/image" Target="../media/image1.emf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chart" Target="../charts/chart3.xml"/><Relationship Id="rId10" Type="http://schemas.openxmlformats.org/officeDocument/2006/relationships/tags" Target="../tags/tag12.xml"/><Relationship Id="rId19" Type="http://schemas.openxmlformats.org/officeDocument/2006/relationships/oleObject" Target="../embeddings/oleObject2.bin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0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2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3.xml"/><Relationship Id="rId5" Type="http://schemas.openxmlformats.org/officeDocument/2006/relationships/image" Target="../media/image5.emf"/><Relationship Id="rId4" Type="http://schemas.openxmlformats.org/officeDocument/2006/relationships/image" Target="../media/image1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4.xml"/><Relationship Id="rId4" Type="http://schemas.openxmlformats.org/officeDocument/2006/relationships/image" Target="../media/image1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5.xml"/><Relationship Id="rId5" Type="http://schemas.openxmlformats.org/officeDocument/2006/relationships/image" Target="../media/image7.emf"/><Relationship Id="rId4" Type="http://schemas.openxmlformats.org/officeDocument/2006/relationships/image" Target="../media/image1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6.xml"/><Relationship Id="rId5" Type="http://schemas.openxmlformats.org/officeDocument/2006/relationships/image" Target="../media/image8.emf"/><Relationship Id="rId4" Type="http://schemas.openxmlformats.org/officeDocument/2006/relationships/image" Target="../media/image1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3590" y="3301762"/>
            <a:ext cx="7804110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850"/>
              </a:lnSpc>
              <a:buNone/>
            </a:pPr>
            <a:r>
              <a:rPr lang="en-US" sz="465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Estratégia</a:t>
            </a: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de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67348-34C4-E4A3-757F-C9D467C3E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104BD45-BAE2-E44C-12C1-E36135BECD28}"/>
              </a:ext>
            </a:extLst>
          </p:cNvPr>
          <p:cNvSpPr/>
          <p:nvPr/>
        </p:nvSpPr>
        <p:spPr>
          <a:xfrm>
            <a:off x="835066" y="3728025"/>
            <a:ext cx="9807534" cy="773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 err="1">
                <a:solidFill>
                  <a:srgbClr val="020202"/>
                </a:solidFill>
                <a:latin typeface="PT Serif" pitchFamily="34" charset="0"/>
              </a:rPr>
              <a:t>Características</a:t>
            </a:r>
            <a:r>
              <a:rPr lang="en-US" sz="4150" dirty="0">
                <a:solidFill>
                  <a:srgbClr val="020202"/>
                </a:solidFill>
                <a:latin typeface="PT Serif" pitchFamily="34" charset="0"/>
              </a:rPr>
              <a:t> do Mercado </a:t>
            </a:r>
            <a:r>
              <a:rPr lang="en-US" sz="4150" dirty="0" err="1">
                <a:solidFill>
                  <a:srgbClr val="020202"/>
                </a:solidFill>
                <a:latin typeface="PT Serif" pitchFamily="34" charset="0"/>
              </a:rPr>
              <a:t>Móvel</a:t>
            </a:r>
            <a:endParaRPr lang="en-US" sz="4150" dirty="0"/>
          </a:p>
        </p:txBody>
      </p:sp>
    </p:spTree>
    <p:extLst>
      <p:ext uri="{BB962C8B-B14F-4D97-AF65-F5344CB8AC3E}">
        <p14:creationId xmlns:p14="http://schemas.microsoft.com/office/powerpoint/2010/main" val="926976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13AB8-A8D6-6BE5-2B57-E57DB051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1150EA1-AA48-7683-5C32-F7E3BD940022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8275100"/>
              </p:ext>
            </p:extLst>
          </p:nvPr>
        </p:nvGraphicFramePr>
        <p:xfrm>
          <a:off x="19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9" imgW="395" imgH="394" progId="TCLayout.ActiveDocument.1">
                  <p:embed/>
                </p:oleObj>
              </mc:Choice>
              <mc:Fallback>
                <p:oleObj name="Slide do think-cell" r:id="rId19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368CEC-7BC3-45D6-519D-81E06A1566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19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" name="Retângulo 96">
            <a:extLst>
              <a:ext uri="{FF2B5EF4-FFF2-40B4-BE49-F238E27FC236}">
                <a16:creationId xmlns:a16="http://schemas.microsoft.com/office/drawing/2014/main" id="{A5A1383E-ADA3-9150-6F67-D9FC5EC7CA85}"/>
              </a:ext>
            </a:extLst>
          </p:cNvPr>
          <p:cNvSpPr/>
          <p:nvPr/>
        </p:nvSpPr>
        <p:spPr>
          <a:xfrm>
            <a:off x="11196638" y="2273300"/>
            <a:ext cx="3272631" cy="5308600"/>
          </a:xfrm>
          <a:prstGeom prst="rect">
            <a:avLst/>
          </a:prstGeom>
          <a:solidFill>
            <a:schemeClr val="bg1">
              <a:lumMod val="95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8F2311A5-8D2E-AE5A-61E2-6FC329301967}"/>
              </a:ext>
            </a:extLst>
          </p:cNvPr>
          <p:cNvSpPr/>
          <p:nvPr/>
        </p:nvSpPr>
        <p:spPr>
          <a:xfrm>
            <a:off x="127764" y="173912"/>
            <a:ext cx="4901435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 Mercado -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Varejo</a:t>
            </a:r>
            <a:endParaRPr lang="en-US" sz="4100" dirty="0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0D16DA09-5FD0-77BB-9F33-CA4E35F09A4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9247188" y="2549525"/>
            <a:ext cx="7080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14C65F1-EDB3-5439-39D0-DC56949FF66D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0842625" y="4340225"/>
            <a:ext cx="7080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400A8F08-19E7-A739-66B3-705C0C97C22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2436475" y="4937125"/>
            <a:ext cx="7080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3" name="Chart 3">
            <a:extLst>
              <a:ext uri="{FF2B5EF4-FFF2-40B4-BE49-F238E27FC236}">
                <a16:creationId xmlns:a16="http://schemas.microsoft.com/office/drawing/2014/main" id="{D4A51772-4943-4038-C178-E1765A7AA448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2957307557"/>
              </p:ext>
            </p:extLst>
          </p:nvPr>
        </p:nvGraphicFramePr>
        <p:xfrm>
          <a:off x="7923213" y="2466975"/>
          <a:ext cx="6545262" cy="275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1"/>
          </a:graphicData>
        </a:graphic>
      </p:graphicFrame>
      <p:sp>
        <p:nvSpPr>
          <p:cNvPr id="2" name="Retângulo 1">
            <a:extLst>
              <a:ext uri="{FF2B5EF4-FFF2-40B4-BE49-F238E27FC236}">
                <a16:creationId xmlns:a16="http://schemas.microsoft.com/office/drawing/2014/main" id="{5058849C-B289-7489-8CCC-7B9E0DE53E92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553450" y="5191125"/>
            <a:ext cx="500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26B85841-E116-476D-87C0-D6C5B1D5A9A5}" type="datetime'''''''''''''''''''''B''''''''''a''''''''''''se'''''">
              <a:rPr lang="pt-BR" altLang="en-US" sz="2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Base</a:t>
            </a:fld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25" name="Retângulo 24">
            <a:extLst>
              <a:ext uri="{FF2B5EF4-FFF2-40B4-BE49-F238E27FC236}">
                <a16:creationId xmlns:a16="http://schemas.microsoft.com/office/drawing/2014/main" id="{8EEB6555-76A0-3A0A-2CB5-0405E761AD1A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0009188" y="5191125"/>
            <a:ext cx="7794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C2F2908D-35D5-485D-9CF5-DEB05836C60F}" type="datetime'''De''m''''''''''ai''''''''''''''''s'''''''''''''">
              <a:rPr lang="pt-BR" altLang="en-US" sz="2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Demais</a:t>
            </a:fld>
            <a:endParaRPr lang="pt-BR" sz="2000">
              <a:solidFill>
                <a:schemeClr val="tx1"/>
              </a:solidFill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0E4CA96-CC05-56BD-71AD-F552DCB2B7C4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595100" y="5191125"/>
            <a:ext cx="7969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F6730DB2-A56F-401A-8D73-2B7B6B49FB2F}" type="datetime'''''''''''''''Ele''g''ív''''''''''''''''''''''''''el'''''''''">
              <a:rPr lang="pt-BR" altLang="en-US" sz="2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Elegível</a:t>
            </a:fld>
            <a:endParaRPr lang="pt-BR" sz="2000">
              <a:solidFill>
                <a:schemeClr val="tx1"/>
              </a:solidFill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765D9EE5-40B2-5FF4-3759-7A30D4C3E2B3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3109575" y="5191125"/>
            <a:ext cx="95567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95814CD1-844C-4738-804F-095BDE53BCD6}" type="datetime'Pr''''''''''''''e''''''''''m''''iu''''''m'">
              <a:rPr lang="pt-BR" altLang="en-US" sz="2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Premium</a:t>
            </a:fld>
            <a:endParaRPr lang="pt-BR" sz="2000">
              <a:solidFill>
                <a:schemeClr val="tx1"/>
              </a:solidFill>
            </a:endParaRPr>
          </a:p>
        </p:txBody>
      </p:sp>
      <p:sp>
        <p:nvSpPr>
          <p:cNvPr id="87" name="Retângulo: Cantos Arredondados 86">
            <a:extLst>
              <a:ext uri="{FF2B5EF4-FFF2-40B4-BE49-F238E27FC236}">
                <a16:creationId xmlns:a16="http://schemas.microsoft.com/office/drawing/2014/main" id="{77804F07-4782-D4DD-AAB5-028CE504C751}"/>
              </a:ext>
            </a:extLst>
          </p:cNvPr>
          <p:cNvSpPr/>
          <p:nvPr/>
        </p:nvSpPr>
        <p:spPr>
          <a:xfrm>
            <a:off x="9955213" y="5727032"/>
            <a:ext cx="887413" cy="4975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40%</a:t>
            </a:r>
          </a:p>
        </p:txBody>
      </p:sp>
      <p:sp>
        <p:nvSpPr>
          <p:cNvPr id="88" name="Retângulo: Cantos Arredondados 87">
            <a:extLst>
              <a:ext uri="{FF2B5EF4-FFF2-40B4-BE49-F238E27FC236}">
                <a16:creationId xmlns:a16="http://schemas.microsoft.com/office/drawing/2014/main" id="{C011E559-BBD9-5244-CFB2-6B20FF4AAEB9}"/>
              </a:ext>
            </a:extLst>
          </p:cNvPr>
          <p:cNvSpPr/>
          <p:nvPr/>
        </p:nvSpPr>
        <p:spPr>
          <a:xfrm>
            <a:off x="11549063" y="5727032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75%</a:t>
            </a:r>
          </a:p>
        </p:txBody>
      </p:sp>
      <p:sp>
        <p:nvSpPr>
          <p:cNvPr id="89" name="Retângulo: Cantos Arredondados 88">
            <a:extLst>
              <a:ext uri="{FF2B5EF4-FFF2-40B4-BE49-F238E27FC236}">
                <a16:creationId xmlns:a16="http://schemas.microsoft.com/office/drawing/2014/main" id="{00F5E3D4-3022-498F-FCF2-3F5B13ECC007}"/>
              </a:ext>
            </a:extLst>
          </p:cNvPr>
          <p:cNvSpPr/>
          <p:nvPr/>
        </p:nvSpPr>
        <p:spPr>
          <a:xfrm>
            <a:off x="13150850" y="5727032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95%</a:t>
            </a:r>
          </a:p>
        </p:txBody>
      </p:sp>
      <p:sp>
        <p:nvSpPr>
          <p:cNvPr id="90" name="Retângulo: Cantos Arredondados 89">
            <a:extLst>
              <a:ext uri="{FF2B5EF4-FFF2-40B4-BE49-F238E27FC236}">
                <a16:creationId xmlns:a16="http://schemas.microsoft.com/office/drawing/2014/main" id="{FECE43DF-5BDD-9EDE-071C-7FA84C67EBC0}"/>
              </a:ext>
            </a:extLst>
          </p:cNvPr>
          <p:cNvSpPr/>
          <p:nvPr/>
        </p:nvSpPr>
        <p:spPr>
          <a:xfrm>
            <a:off x="9955213" y="6286917"/>
            <a:ext cx="887413" cy="4975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25</a:t>
            </a:r>
          </a:p>
        </p:txBody>
      </p:sp>
      <p:sp>
        <p:nvSpPr>
          <p:cNvPr id="91" name="Retângulo: Cantos Arredondados 90">
            <a:extLst>
              <a:ext uri="{FF2B5EF4-FFF2-40B4-BE49-F238E27FC236}">
                <a16:creationId xmlns:a16="http://schemas.microsoft.com/office/drawing/2014/main" id="{E9F1E409-0C8A-7072-856C-ABB24F188F61}"/>
              </a:ext>
            </a:extLst>
          </p:cNvPr>
          <p:cNvSpPr/>
          <p:nvPr/>
        </p:nvSpPr>
        <p:spPr>
          <a:xfrm>
            <a:off x="11549063" y="6286917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45</a:t>
            </a:r>
          </a:p>
        </p:txBody>
      </p:sp>
      <p:sp>
        <p:nvSpPr>
          <p:cNvPr id="92" name="Retângulo: Cantos Arredondados 91">
            <a:extLst>
              <a:ext uri="{FF2B5EF4-FFF2-40B4-BE49-F238E27FC236}">
                <a16:creationId xmlns:a16="http://schemas.microsoft.com/office/drawing/2014/main" id="{5C500321-A9EF-056C-DD16-90AE222867A8}"/>
              </a:ext>
            </a:extLst>
          </p:cNvPr>
          <p:cNvSpPr/>
          <p:nvPr/>
        </p:nvSpPr>
        <p:spPr>
          <a:xfrm>
            <a:off x="13150850" y="6286917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90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DFB19A05-4B76-ACB3-4D00-1BA02C86079D}"/>
              </a:ext>
            </a:extLst>
          </p:cNvPr>
          <p:cNvSpPr txBox="1"/>
          <p:nvPr/>
        </p:nvSpPr>
        <p:spPr>
          <a:xfrm>
            <a:off x="8023225" y="5727032"/>
            <a:ext cx="1561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% Inserção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86EB5288-129E-822E-A32E-356FE3AE21FE}"/>
              </a:ext>
            </a:extLst>
          </p:cNvPr>
          <p:cNvSpPr txBox="1"/>
          <p:nvPr/>
        </p:nvSpPr>
        <p:spPr>
          <a:xfrm>
            <a:off x="8278813" y="6316843"/>
            <a:ext cx="1223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TM R$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1380539E-FBC7-38FC-B725-9A4C35D74ACB}"/>
              </a:ext>
            </a:extLst>
          </p:cNvPr>
          <p:cNvSpPr txBox="1"/>
          <p:nvPr/>
        </p:nvSpPr>
        <p:spPr>
          <a:xfrm>
            <a:off x="8023225" y="1415202"/>
            <a:ext cx="3172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Pré-pago</a:t>
            </a:r>
          </a:p>
        </p:txBody>
      </p:sp>
      <p:sp>
        <p:nvSpPr>
          <p:cNvPr id="99" name="CaixaDeTexto 98">
            <a:extLst>
              <a:ext uri="{FF2B5EF4-FFF2-40B4-BE49-F238E27FC236}">
                <a16:creationId xmlns:a16="http://schemas.microsoft.com/office/drawing/2014/main" id="{FDA5E7F9-18D7-DE8B-7F08-29970753D8CD}"/>
              </a:ext>
            </a:extLst>
          </p:cNvPr>
          <p:cNvSpPr txBox="1"/>
          <p:nvPr/>
        </p:nvSpPr>
        <p:spPr>
          <a:xfrm>
            <a:off x="161925" y="1415202"/>
            <a:ext cx="3172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Pós-pago</a:t>
            </a:r>
          </a:p>
        </p:txBody>
      </p:sp>
      <p:cxnSp>
        <p:nvCxnSpPr>
          <p:cNvPr id="102" name="Conector reto 101">
            <a:extLst>
              <a:ext uri="{FF2B5EF4-FFF2-40B4-BE49-F238E27FC236}">
                <a16:creationId xmlns:a16="http://schemas.microsoft.com/office/drawing/2014/main" id="{4CC00C4A-CD5D-02F4-179E-66A1EF724890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1503363" y="3387725"/>
            <a:ext cx="717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0" name="Conector reto 99">
            <a:extLst>
              <a:ext uri="{FF2B5EF4-FFF2-40B4-BE49-F238E27FC236}">
                <a16:creationId xmlns:a16="http://schemas.microsoft.com/office/drawing/2014/main" id="{E470C977-6B6B-F19D-2BAC-50A5F86120D2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3119438" y="4533900"/>
            <a:ext cx="717550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04" name="Chart 3">
            <a:extLst>
              <a:ext uri="{FF2B5EF4-FFF2-40B4-BE49-F238E27FC236}">
                <a16:creationId xmlns:a16="http://schemas.microsoft.com/office/drawing/2014/main" id="{8CC85FC9-9517-7A92-7625-9CC24728831E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073001940"/>
              </p:ext>
            </p:extLst>
          </p:nvPr>
        </p:nvGraphicFramePr>
        <p:xfrm>
          <a:off x="161925" y="3305175"/>
          <a:ext cx="5016500" cy="19145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2"/>
          </a:graphicData>
        </a:graphic>
      </p:graphicFrame>
      <p:sp>
        <p:nvSpPr>
          <p:cNvPr id="107" name="Retângulo 106">
            <a:extLst>
              <a:ext uri="{FF2B5EF4-FFF2-40B4-BE49-F238E27FC236}">
                <a16:creationId xmlns:a16="http://schemas.microsoft.com/office/drawing/2014/main" id="{2057F738-EAF0-4564-4040-92454EC11DDF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803275" y="5191125"/>
            <a:ext cx="500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1090D776-9F15-448C-9F9A-7956C1CA2DD2}" type="datetime'B''''''''''''''''''''''''''''a''''''''s''''''e'''''''">
              <a:rPr lang="pt-BR" altLang="en-US" sz="2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Base</a:t>
            </a:fld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110" name="Retângulo 109">
            <a:extLst>
              <a:ext uri="{FF2B5EF4-FFF2-40B4-BE49-F238E27FC236}">
                <a16:creationId xmlns:a16="http://schemas.microsoft.com/office/drawing/2014/main" id="{825E738F-2123-4477-552F-87C99001A3A2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2227263" y="5191125"/>
            <a:ext cx="885825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A6F579C-9595-4A63-80D5-2D1AC0C4E147}" type="datetime'''''''''''M''''''''''''''e''''''''''''d''''i''''''u''''m'''''">
              <a:rPr lang="pt-BR" altLang="en-US" sz="2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Medium</a:t>
            </a:fld>
            <a:endParaRPr lang="pt-BR" sz="2000">
              <a:solidFill>
                <a:schemeClr val="tx1"/>
              </a:solidFill>
            </a:endParaRPr>
          </a:p>
        </p:txBody>
      </p:sp>
      <p:sp>
        <p:nvSpPr>
          <p:cNvPr id="108" name="Retângulo 107">
            <a:extLst>
              <a:ext uri="{FF2B5EF4-FFF2-40B4-BE49-F238E27FC236}">
                <a16:creationId xmlns:a16="http://schemas.microsoft.com/office/drawing/2014/main" id="{C8B39588-7122-AD02-26FE-7EE120AE5EA2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4044950" y="5191125"/>
            <a:ext cx="482600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7087B8D0-FAAF-4D84-A87D-F3657AC46DB1}" type="datetime'H''''''''''''''''''''''''''i''''''g''''''''''''h'''''''">
              <a:rPr lang="pt-BR" altLang="en-US" sz="2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High</a:t>
            </a:fld>
            <a:endParaRPr lang="pt-BR" sz="2000">
              <a:solidFill>
                <a:schemeClr val="tx1"/>
              </a:solidFill>
            </a:endParaRPr>
          </a:p>
        </p:txBody>
      </p:sp>
      <p:sp>
        <p:nvSpPr>
          <p:cNvPr id="136" name="CaixaDeTexto 135">
            <a:extLst>
              <a:ext uri="{FF2B5EF4-FFF2-40B4-BE49-F238E27FC236}">
                <a16:creationId xmlns:a16="http://schemas.microsoft.com/office/drawing/2014/main" id="{8D129F7E-3E47-893E-A077-4D42EA8A2485}"/>
              </a:ext>
            </a:extLst>
          </p:cNvPr>
          <p:cNvSpPr txBox="1"/>
          <p:nvPr/>
        </p:nvSpPr>
        <p:spPr>
          <a:xfrm>
            <a:off x="195263" y="5726364"/>
            <a:ext cx="1840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Adimplência</a:t>
            </a:r>
          </a:p>
        </p:txBody>
      </p:sp>
      <p:sp>
        <p:nvSpPr>
          <p:cNvPr id="137" name="CaixaDeTexto 136">
            <a:extLst>
              <a:ext uri="{FF2B5EF4-FFF2-40B4-BE49-F238E27FC236}">
                <a16:creationId xmlns:a16="http://schemas.microsoft.com/office/drawing/2014/main" id="{4B8F9408-74B5-D5D7-5DAD-EE940D2BE1C6}"/>
              </a:ext>
            </a:extLst>
          </p:cNvPr>
          <p:cNvSpPr txBox="1"/>
          <p:nvPr/>
        </p:nvSpPr>
        <p:spPr>
          <a:xfrm>
            <a:off x="447675" y="6304861"/>
            <a:ext cx="1223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TM R$</a:t>
            </a:r>
          </a:p>
        </p:txBody>
      </p:sp>
      <p:sp>
        <p:nvSpPr>
          <p:cNvPr id="138" name="Retângulo: Cantos Arredondados 137">
            <a:extLst>
              <a:ext uri="{FF2B5EF4-FFF2-40B4-BE49-F238E27FC236}">
                <a16:creationId xmlns:a16="http://schemas.microsoft.com/office/drawing/2014/main" id="{81DB8E17-4CF7-B2F0-CD77-F2AFA137D9F5}"/>
              </a:ext>
            </a:extLst>
          </p:cNvPr>
          <p:cNvSpPr/>
          <p:nvPr/>
        </p:nvSpPr>
        <p:spPr>
          <a:xfrm>
            <a:off x="2220913" y="5727032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97%</a:t>
            </a:r>
          </a:p>
        </p:txBody>
      </p:sp>
      <p:sp>
        <p:nvSpPr>
          <p:cNvPr id="139" name="Retângulo: Cantos Arredondados 138">
            <a:extLst>
              <a:ext uri="{FF2B5EF4-FFF2-40B4-BE49-F238E27FC236}">
                <a16:creationId xmlns:a16="http://schemas.microsoft.com/office/drawing/2014/main" id="{D28905EA-6D33-20EC-92CF-8F79BB3A2B41}"/>
              </a:ext>
            </a:extLst>
          </p:cNvPr>
          <p:cNvSpPr/>
          <p:nvPr/>
        </p:nvSpPr>
        <p:spPr>
          <a:xfrm>
            <a:off x="2220913" y="6286917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80</a:t>
            </a:r>
          </a:p>
        </p:txBody>
      </p:sp>
      <p:sp>
        <p:nvSpPr>
          <p:cNvPr id="140" name="Retângulo: Cantos Arredondados 139">
            <a:extLst>
              <a:ext uri="{FF2B5EF4-FFF2-40B4-BE49-F238E27FC236}">
                <a16:creationId xmlns:a16="http://schemas.microsoft.com/office/drawing/2014/main" id="{9599D50B-6E8F-3C0F-129E-FD175E1F45D5}"/>
              </a:ext>
            </a:extLst>
          </p:cNvPr>
          <p:cNvSpPr/>
          <p:nvPr/>
        </p:nvSpPr>
        <p:spPr>
          <a:xfrm>
            <a:off x="3841750" y="5727032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99%</a:t>
            </a:r>
          </a:p>
        </p:txBody>
      </p:sp>
      <p:sp>
        <p:nvSpPr>
          <p:cNvPr id="141" name="Retângulo: Cantos Arredondados 140">
            <a:extLst>
              <a:ext uri="{FF2B5EF4-FFF2-40B4-BE49-F238E27FC236}">
                <a16:creationId xmlns:a16="http://schemas.microsoft.com/office/drawing/2014/main" id="{6AEC191E-4FFF-F79C-C35C-4F6D49798A15}"/>
              </a:ext>
            </a:extLst>
          </p:cNvPr>
          <p:cNvSpPr/>
          <p:nvPr/>
        </p:nvSpPr>
        <p:spPr>
          <a:xfrm>
            <a:off x="3841750" y="6286917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130</a:t>
            </a:r>
          </a:p>
        </p:txBody>
      </p:sp>
      <p:sp>
        <p:nvSpPr>
          <p:cNvPr id="160" name="CaixaDeTexto 159">
            <a:extLst>
              <a:ext uri="{FF2B5EF4-FFF2-40B4-BE49-F238E27FC236}">
                <a16:creationId xmlns:a16="http://schemas.microsoft.com/office/drawing/2014/main" id="{F3109B81-8E41-0A62-6CB9-AC00514B3215}"/>
              </a:ext>
            </a:extLst>
          </p:cNvPr>
          <p:cNvSpPr txBox="1"/>
          <p:nvPr/>
        </p:nvSpPr>
        <p:spPr>
          <a:xfrm>
            <a:off x="447675" y="6864746"/>
            <a:ext cx="1223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GB</a:t>
            </a:r>
          </a:p>
        </p:txBody>
      </p:sp>
      <p:sp>
        <p:nvSpPr>
          <p:cNvPr id="161" name="Retângulo: Cantos Arredondados 160">
            <a:extLst>
              <a:ext uri="{FF2B5EF4-FFF2-40B4-BE49-F238E27FC236}">
                <a16:creationId xmlns:a16="http://schemas.microsoft.com/office/drawing/2014/main" id="{90F47602-EA14-07D7-6FF9-3901BAB5E5EE}"/>
              </a:ext>
            </a:extLst>
          </p:cNvPr>
          <p:cNvSpPr/>
          <p:nvPr/>
        </p:nvSpPr>
        <p:spPr>
          <a:xfrm>
            <a:off x="2220913" y="6846802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62" name="Retângulo: Cantos Arredondados 161">
            <a:extLst>
              <a:ext uri="{FF2B5EF4-FFF2-40B4-BE49-F238E27FC236}">
                <a16:creationId xmlns:a16="http://schemas.microsoft.com/office/drawing/2014/main" id="{358B55FF-B413-E4AC-C989-FF6DC1FB0B52}"/>
              </a:ext>
            </a:extLst>
          </p:cNvPr>
          <p:cNvSpPr/>
          <p:nvPr/>
        </p:nvSpPr>
        <p:spPr>
          <a:xfrm>
            <a:off x="3841750" y="6846802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60</a:t>
            </a:r>
          </a:p>
        </p:txBody>
      </p:sp>
      <p:sp>
        <p:nvSpPr>
          <p:cNvPr id="163" name="Retângulo: Cantos Arredondados 162">
            <a:extLst>
              <a:ext uri="{FF2B5EF4-FFF2-40B4-BE49-F238E27FC236}">
                <a16:creationId xmlns:a16="http://schemas.microsoft.com/office/drawing/2014/main" id="{F21FEAD2-142A-6539-1CE9-1C9C3298C431}"/>
              </a:ext>
            </a:extLst>
          </p:cNvPr>
          <p:cNvSpPr/>
          <p:nvPr/>
        </p:nvSpPr>
        <p:spPr>
          <a:xfrm>
            <a:off x="9955213" y="6847226"/>
            <a:ext cx="887413" cy="4975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64" name="Retângulo: Cantos Arredondados 163">
            <a:extLst>
              <a:ext uri="{FF2B5EF4-FFF2-40B4-BE49-F238E27FC236}">
                <a16:creationId xmlns:a16="http://schemas.microsoft.com/office/drawing/2014/main" id="{E431F9EA-73DB-23FD-4ABB-3A5C8B659ED5}"/>
              </a:ext>
            </a:extLst>
          </p:cNvPr>
          <p:cNvSpPr/>
          <p:nvPr/>
        </p:nvSpPr>
        <p:spPr>
          <a:xfrm>
            <a:off x="11549063" y="6847226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20</a:t>
            </a:r>
          </a:p>
        </p:txBody>
      </p:sp>
      <p:sp>
        <p:nvSpPr>
          <p:cNvPr id="165" name="Retângulo: Cantos Arredondados 164">
            <a:extLst>
              <a:ext uri="{FF2B5EF4-FFF2-40B4-BE49-F238E27FC236}">
                <a16:creationId xmlns:a16="http://schemas.microsoft.com/office/drawing/2014/main" id="{DE6C6D62-F950-0DCE-84C6-141A8EA74B3E}"/>
              </a:ext>
            </a:extLst>
          </p:cNvPr>
          <p:cNvSpPr/>
          <p:nvPr/>
        </p:nvSpPr>
        <p:spPr>
          <a:xfrm>
            <a:off x="13150850" y="6847226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40</a:t>
            </a:r>
          </a:p>
        </p:txBody>
      </p:sp>
      <p:sp>
        <p:nvSpPr>
          <p:cNvPr id="166" name="CaixaDeTexto 165">
            <a:extLst>
              <a:ext uri="{FF2B5EF4-FFF2-40B4-BE49-F238E27FC236}">
                <a16:creationId xmlns:a16="http://schemas.microsoft.com/office/drawing/2014/main" id="{9753408A-4114-141C-BF45-B1246933DACB}"/>
              </a:ext>
            </a:extLst>
          </p:cNvPr>
          <p:cNvSpPr txBox="1"/>
          <p:nvPr/>
        </p:nvSpPr>
        <p:spPr>
          <a:xfrm>
            <a:off x="8278813" y="6877152"/>
            <a:ext cx="12237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/>
              <a:t>GB</a:t>
            </a:r>
          </a:p>
        </p:txBody>
      </p:sp>
      <p:sp>
        <p:nvSpPr>
          <p:cNvPr id="197" name="CaixaDeTexto 196">
            <a:extLst>
              <a:ext uri="{FF2B5EF4-FFF2-40B4-BE49-F238E27FC236}">
                <a16:creationId xmlns:a16="http://schemas.microsoft.com/office/drawing/2014/main" id="{EEA40664-FA11-DA52-AD9A-E544A782435F}"/>
              </a:ext>
            </a:extLst>
          </p:cNvPr>
          <p:cNvSpPr txBox="1"/>
          <p:nvPr/>
        </p:nvSpPr>
        <p:spPr>
          <a:xfrm>
            <a:off x="10061575" y="3156892"/>
            <a:ext cx="773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70%</a:t>
            </a:r>
          </a:p>
        </p:txBody>
      </p:sp>
      <p:sp>
        <p:nvSpPr>
          <p:cNvPr id="198" name="CaixaDeTexto 197">
            <a:extLst>
              <a:ext uri="{FF2B5EF4-FFF2-40B4-BE49-F238E27FC236}">
                <a16:creationId xmlns:a16="http://schemas.microsoft.com/office/drawing/2014/main" id="{C2A59C77-9C41-534F-F075-7DE6A4A66809}"/>
              </a:ext>
            </a:extLst>
          </p:cNvPr>
          <p:cNvSpPr txBox="1"/>
          <p:nvPr/>
        </p:nvSpPr>
        <p:spPr>
          <a:xfrm>
            <a:off x="11644313" y="4401790"/>
            <a:ext cx="773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23%</a:t>
            </a:r>
          </a:p>
        </p:txBody>
      </p:sp>
      <p:sp>
        <p:nvSpPr>
          <p:cNvPr id="199" name="CaixaDeTexto 198">
            <a:extLst>
              <a:ext uri="{FF2B5EF4-FFF2-40B4-BE49-F238E27FC236}">
                <a16:creationId xmlns:a16="http://schemas.microsoft.com/office/drawing/2014/main" id="{D7DD2CA7-3E00-E4F9-69BD-17C565DEDE5D}"/>
              </a:ext>
            </a:extLst>
          </p:cNvPr>
          <p:cNvSpPr txBox="1"/>
          <p:nvPr/>
        </p:nvSpPr>
        <p:spPr>
          <a:xfrm>
            <a:off x="13290550" y="4451647"/>
            <a:ext cx="773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7%</a:t>
            </a:r>
          </a:p>
        </p:txBody>
      </p:sp>
      <p:sp>
        <p:nvSpPr>
          <p:cNvPr id="200" name="CaixaDeTexto 199">
            <a:extLst>
              <a:ext uri="{FF2B5EF4-FFF2-40B4-BE49-F238E27FC236}">
                <a16:creationId xmlns:a16="http://schemas.microsoft.com/office/drawing/2014/main" id="{7D92E752-D42F-BE99-50E0-E77B24154326}"/>
              </a:ext>
            </a:extLst>
          </p:cNvPr>
          <p:cNvSpPr txBox="1"/>
          <p:nvPr/>
        </p:nvSpPr>
        <p:spPr>
          <a:xfrm>
            <a:off x="2335213" y="3707635"/>
            <a:ext cx="7739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60%</a:t>
            </a:r>
          </a:p>
        </p:txBody>
      </p:sp>
      <p:sp>
        <p:nvSpPr>
          <p:cNvPr id="201" name="CaixaDeTexto 200">
            <a:extLst>
              <a:ext uri="{FF2B5EF4-FFF2-40B4-BE49-F238E27FC236}">
                <a16:creationId xmlns:a16="http://schemas.microsoft.com/office/drawing/2014/main" id="{44F06A5D-BF43-1B49-E7F8-C1121FADF40D}"/>
              </a:ext>
            </a:extLst>
          </p:cNvPr>
          <p:cNvSpPr txBox="1"/>
          <p:nvPr/>
        </p:nvSpPr>
        <p:spPr>
          <a:xfrm>
            <a:off x="3968750" y="4575322"/>
            <a:ext cx="8225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40%</a:t>
            </a:r>
          </a:p>
        </p:txBody>
      </p:sp>
      <p:sp>
        <p:nvSpPr>
          <p:cNvPr id="205" name="CaixaDeTexto 204">
            <a:extLst>
              <a:ext uri="{FF2B5EF4-FFF2-40B4-BE49-F238E27FC236}">
                <a16:creationId xmlns:a16="http://schemas.microsoft.com/office/drawing/2014/main" id="{99AA206F-DC10-C245-0318-95DA5F0EDE54}"/>
              </a:ext>
            </a:extLst>
          </p:cNvPr>
          <p:cNvSpPr txBox="1"/>
          <p:nvPr/>
        </p:nvSpPr>
        <p:spPr>
          <a:xfrm>
            <a:off x="5613400" y="1415201"/>
            <a:ext cx="16240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Controle</a:t>
            </a:r>
          </a:p>
        </p:txBody>
      </p:sp>
      <p:graphicFrame>
        <p:nvGraphicFramePr>
          <p:cNvPr id="232" name="Chart 3">
            <a:extLst>
              <a:ext uri="{FF2B5EF4-FFF2-40B4-BE49-F238E27FC236}">
                <a16:creationId xmlns:a16="http://schemas.microsoft.com/office/drawing/2014/main" id="{8D79439B-8D6A-D610-E9AE-F6C4076D4577}"/>
              </a:ext>
            </a:extLst>
          </p:cNvPr>
          <p:cNvGraphicFramePr/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1048180798"/>
              </p:ext>
            </p:extLst>
          </p:nvPr>
        </p:nvGraphicFramePr>
        <p:xfrm>
          <a:off x="5688013" y="2784475"/>
          <a:ext cx="1827212" cy="2460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3"/>
          </a:graphicData>
        </a:graphic>
      </p:graphicFrame>
      <p:sp>
        <p:nvSpPr>
          <p:cNvPr id="209" name="Retângulo 208">
            <a:extLst>
              <a:ext uri="{FF2B5EF4-FFF2-40B4-BE49-F238E27FC236}">
                <a16:creationId xmlns:a16="http://schemas.microsoft.com/office/drawing/2014/main" id="{37648FE0-E995-E2D5-912E-643FE2604267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351588" y="5216525"/>
            <a:ext cx="500063" cy="3048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rtlCol="0" anchor="t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fld id="{63035EAF-493A-41ED-A9F0-F152266A9D5E}" type="datetime'''''''''''''''B''''''''''''''''''''''a''''''''s''''e'">
              <a:rPr lang="pt-BR" altLang="en-US" sz="2000" smtClean="0">
                <a:solidFill>
                  <a:schemeClr val="tx1"/>
                </a:solidFill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Base</a:t>
            </a:fld>
            <a:endParaRPr lang="pt-BR" sz="2000" dirty="0">
              <a:solidFill>
                <a:schemeClr val="tx1"/>
              </a:solidFill>
            </a:endParaRPr>
          </a:p>
        </p:txBody>
      </p:sp>
      <p:sp>
        <p:nvSpPr>
          <p:cNvPr id="221" name="Retângulo: Cantos Arredondados 220">
            <a:extLst>
              <a:ext uri="{FF2B5EF4-FFF2-40B4-BE49-F238E27FC236}">
                <a16:creationId xmlns:a16="http://schemas.microsoft.com/office/drawing/2014/main" id="{50B06859-9860-4BE8-CF06-DC4D071F404C}"/>
              </a:ext>
            </a:extLst>
          </p:cNvPr>
          <p:cNvSpPr/>
          <p:nvPr/>
        </p:nvSpPr>
        <p:spPr>
          <a:xfrm>
            <a:off x="6188075" y="5727032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95%</a:t>
            </a:r>
          </a:p>
        </p:txBody>
      </p:sp>
      <p:sp>
        <p:nvSpPr>
          <p:cNvPr id="222" name="Retângulo: Cantos Arredondados 221">
            <a:extLst>
              <a:ext uri="{FF2B5EF4-FFF2-40B4-BE49-F238E27FC236}">
                <a16:creationId xmlns:a16="http://schemas.microsoft.com/office/drawing/2014/main" id="{B7D499B6-4142-AEF5-BB18-E24F761C56B7}"/>
              </a:ext>
            </a:extLst>
          </p:cNvPr>
          <p:cNvSpPr/>
          <p:nvPr/>
        </p:nvSpPr>
        <p:spPr>
          <a:xfrm>
            <a:off x="6188075" y="6286917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65</a:t>
            </a:r>
          </a:p>
        </p:txBody>
      </p:sp>
      <p:sp>
        <p:nvSpPr>
          <p:cNvPr id="223" name="Retângulo: Cantos Arredondados 222">
            <a:extLst>
              <a:ext uri="{FF2B5EF4-FFF2-40B4-BE49-F238E27FC236}">
                <a16:creationId xmlns:a16="http://schemas.microsoft.com/office/drawing/2014/main" id="{670DF7BF-F78A-A764-D516-FAF435356F1C}"/>
              </a:ext>
            </a:extLst>
          </p:cNvPr>
          <p:cNvSpPr/>
          <p:nvPr/>
        </p:nvSpPr>
        <p:spPr>
          <a:xfrm>
            <a:off x="6188075" y="6846802"/>
            <a:ext cx="887413" cy="49755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>
                <a:solidFill>
                  <a:schemeClr val="tx1"/>
                </a:solidFill>
              </a:rPr>
              <a:t>30</a:t>
            </a:r>
          </a:p>
        </p:txBody>
      </p:sp>
      <p:cxnSp>
        <p:nvCxnSpPr>
          <p:cNvPr id="234" name="Conector reto 233">
            <a:extLst>
              <a:ext uri="{FF2B5EF4-FFF2-40B4-BE49-F238E27FC236}">
                <a16:creationId xmlns:a16="http://schemas.microsoft.com/office/drawing/2014/main" id="{7EB90E94-FA42-54F5-2964-EB0272B20721}"/>
              </a:ext>
            </a:extLst>
          </p:cNvPr>
          <p:cNvCxnSpPr/>
          <p:nvPr/>
        </p:nvCxnSpPr>
        <p:spPr>
          <a:xfrm>
            <a:off x="195263" y="1876867"/>
            <a:ext cx="45960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ector reto 234">
            <a:extLst>
              <a:ext uri="{FF2B5EF4-FFF2-40B4-BE49-F238E27FC236}">
                <a16:creationId xmlns:a16="http://schemas.microsoft.com/office/drawing/2014/main" id="{A1B5379E-15DD-2FD5-5972-63475B0CAE93}"/>
              </a:ext>
            </a:extLst>
          </p:cNvPr>
          <p:cNvCxnSpPr>
            <a:cxnSpLocks/>
          </p:cNvCxnSpPr>
          <p:nvPr/>
        </p:nvCxnSpPr>
        <p:spPr>
          <a:xfrm>
            <a:off x="8093076" y="1876867"/>
            <a:ext cx="637539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Conector reto 236">
            <a:extLst>
              <a:ext uri="{FF2B5EF4-FFF2-40B4-BE49-F238E27FC236}">
                <a16:creationId xmlns:a16="http://schemas.microsoft.com/office/drawing/2014/main" id="{E1FB9117-D290-ED77-A1F0-0217E9B84756}"/>
              </a:ext>
            </a:extLst>
          </p:cNvPr>
          <p:cNvCxnSpPr>
            <a:cxnSpLocks/>
          </p:cNvCxnSpPr>
          <p:nvPr/>
        </p:nvCxnSpPr>
        <p:spPr>
          <a:xfrm>
            <a:off x="5734051" y="1876867"/>
            <a:ext cx="178117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Retângulo 241">
            <a:extLst>
              <a:ext uri="{FF2B5EF4-FFF2-40B4-BE49-F238E27FC236}">
                <a16:creationId xmlns:a16="http://schemas.microsoft.com/office/drawing/2014/main" id="{8EAC4A84-5F04-D402-803F-961AC8F730A5}"/>
              </a:ext>
            </a:extLst>
          </p:cNvPr>
          <p:cNvSpPr/>
          <p:nvPr/>
        </p:nvSpPr>
        <p:spPr>
          <a:xfrm>
            <a:off x="7770935" y="1374922"/>
            <a:ext cx="6664202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44" name="Conector reto 243">
            <a:extLst>
              <a:ext uri="{FF2B5EF4-FFF2-40B4-BE49-F238E27FC236}">
                <a16:creationId xmlns:a16="http://schemas.microsoft.com/office/drawing/2014/main" id="{8D6E10E1-E8EC-DBF4-CB5C-CCAB23F88516}"/>
              </a:ext>
            </a:extLst>
          </p:cNvPr>
          <p:cNvCxnSpPr/>
          <p:nvPr/>
        </p:nvCxnSpPr>
        <p:spPr>
          <a:xfrm>
            <a:off x="5410200" y="1876867"/>
            <a:ext cx="0" cy="5603433"/>
          </a:xfrm>
          <a:prstGeom prst="line">
            <a:avLst/>
          </a:prstGeom>
          <a:ln w="12700">
            <a:solidFill>
              <a:srgbClr val="FF68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Conector reto 244">
            <a:extLst>
              <a:ext uri="{FF2B5EF4-FFF2-40B4-BE49-F238E27FC236}">
                <a16:creationId xmlns:a16="http://schemas.microsoft.com/office/drawing/2014/main" id="{D91D6C6C-40D4-3392-9EDF-5D9C9BA6E5CD}"/>
              </a:ext>
            </a:extLst>
          </p:cNvPr>
          <p:cNvCxnSpPr/>
          <p:nvPr/>
        </p:nvCxnSpPr>
        <p:spPr>
          <a:xfrm>
            <a:off x="7784853" y="1876867"/>
            <a:ext cx="0" cy="5603433"/>
          </a:xfrm>
          <a:prstGeom prst="line">
            <a:avLst/>
          </a:prstGeom>
          <a:ln w="12700">
            <a:solidFill>
              <a:srgbClr val="FF68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Retângulo 240">
            <a:extLst>
              <a:ext uri="{FF2B5EF4-FFF2-40B4-BE49-F238E27FC236}">
                <a16:creationId xmlns:a16="http://schemas.microsoft.com/office/drawing/2014/main" id="{C6C4014E-A547-83A0-9165-65FAD5DE0D04}"/>
              </a:ext>
            </a:extLst>
          </p:cNvPr>
          <p:cNvSpPr/>
          <p:nvPr/>
        </p:nvSpPr>
        <p:spPr>
          <a:xfrm>
            <a:off x="5338763" y="1333500"/>
            <a:ext cx="2565275" cy="6400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9" name="CaixaDeTexto 248">
            <a:extLst>
              <a:ext uri="{FF2B5EF4-FFF2-40B4-BE49-F238E27FC236}">
                <a16:creationId xmlns:a16="http://schemas.microsoft.com/office/drawing/2014/main" id="{5C4352EF-3E47-34DC-540C-CDB8B7F6060B}"/>
              </a:ext>
            </a:extLst>
          </p:cNvPr>
          <p:cNvSpPr txBox="1"/>
          <p:nvPr/>
        </p:nvSpPr>
        <p:spPr>
          <a:xfrm>
            <a:off x="127765" y="656453"/>
            <a:ext cx="1337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Pós-pago, Controle e pré-pago high são os segmentos de maior viabilidade e rentabilidade para o negócio</a:t>
            </a:r>
          </a:p>
        </p:txBody>
      </p:sp>
    </p:spTree>
    <p:extLst>
      <p:ext uri="{BB962C8B-B14F-4D97-AF65-F5344CB8AC3E}">
        <p14:creationId xmlns:p14="http://schemas.microsoft.com/office/powerpoint/2010/main" val="1791935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" grpId="0" animBg="1"/>
      <p:bldP spid="24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4D4D7E3-F129-BD4C-20BB-47DD7CE55F9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986723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4" progId="TCLayout.ActiveDocument.1">
                  <p:embed/>
                </p:oleObj>
              </mc:Choice>
              <mc:Fallback>
                <p:oleObj name="Slide do think-cell" r:id="rId3" imgW="395" imgH="394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0511E971-A122-2B70-C15A-898087388C5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1" b="1222"/>
          <a:stretch>
            <a:fillRect/>
          </a:stretch>
        </p:blipFill>
        <p:spPr>
          <a:xfrm>
            <a:off x="1086619" y="4415732"/>
            <a:ext cx="10394182" cy="338206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D222863A-F047-8FFD-03B8-34076040A4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6618" y="143462"/>
            <a:ext cx="9873481" cy="4377916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E00CBE76-2527-7404-489D-EA045EAD53F7}"/>
              </a:ext>
            </a:extLst>
          </p:cNvPr>
          <p:cNvSpPr txBox="1"/>
          <p:nvPr/>
        </p:nvSpPr>
        <p:spPr>
          <a:xfrm>
            <a:off x="11353800" y="2347775"/>
            <a:ext cx="30099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https://telesintese.com.br/lucro-da-tim-supera-r-1-bilhao-no-segundo-trimestre/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D5B8095-6352-BE01-9907-6DF806F6468D}"/>
              </a:ext>
            </a:extLst>
          </p:cNvPr>
          <p:cNvSpPr txBox="1"/>
          <p:nvPr/>
        </p:nvSpPr>
        <p:spPr>
          <a:xfrm>
            <a:off x="11353800" y="1910265"/>
            <a:ext cx="30099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URL</a:t>
            </a:r>
          </a:p>
        </p:txBody>
      </p:sp>
    </p:spTree>
    <p:extLst>
      <p:ext uri="{BB962C8B-B14F-4D97-AF65-F5344CB8AC3E}">
        <p14:creationId xmlns:p14="http://schemas.microsoft.com/office/powerpoint/2010/main" val="3221987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7D2A4-1400-26A4-BD5F-A324D21B9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512A904-E440-DBED-248D-704A358B2EBF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9142821"/>
              </p:ext>
            </p:extLst>
          </p:nvPr>
        </p:nvGraphicFramePr>
        <p:xfrm>
          <a:off x="19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4" progId="TCLayout.ActiveDocument.1">
                  <p:embed/>
                </p:oleObj>
              </mc:Choice>
              <mc:Fallback>
                <p:oleObj name="Slide do think-cell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150EA1-AA48-7683-5C32-F7E3BD9400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C98A27FC-0916-8470-1A34-10B406481939}"/>
              </a:ext>
            </a:extLst>
          </p:cNvPr>
          <p:cNvSpPr/>
          <p:nvPr/>
        </p:nvSpPr>
        <p:spPr>
          <a:xfrm>
            <a:off x="650702" y="3140868"/>
            <a:ext cx="13484398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</a:rPr>
              <a:t>Precisamos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</a:rPr>
              <a:t>buscar</a:t>
            </a:r>
            <a:r>
              <a:rPr lang="en-US" sz="4100" dirty="0">
                <a:solidFill>
                  <a:srgbClr val="020202"/>
                </a:solidFill>
                <a:latin typeface="PT Serif" pitchFamily="34" charset="0"/>
              </a:rPr>
              <a:t>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</a:rPr>
              <a:t>rentabilidade</a:t>
            </a:r>
            <a:r>
              <a:rPr lang="en-US" sz="4100" dirty="0">
                <a:solidFill>
                  <a:srgbClr val="020202"/>
                </a:solidFill>
                <a:latin typeface="PT Serif" pitchFamily="34" charset="0"/>
              </a:rPr>
              <a:t> no mercado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</a:rPr>
              <a:t>pós-pago</a:t>
            </a:r>
            <a:r>
              <a:rPr lang="en-US" sz="4100" dirty="0">
                <a:solidFill>
                  <a:srgbClr val="020202"/>
                </a:solidFill>
                <a:latin typeface="PT Serif" pitchFamily="34" charset="0"/>
              </a:rPr>
              <a:t> + </a:t>
            </a:r>
            <a:endParaRPr lang="en-US" sz="41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C218D433-D73A-9C9E-1297-091D1F7BD19B}"/>
              </a:ext>
            </a:extLst>
          </p:cNvPr>
          <p:cNvSpPr/>
          <p:nvPr/>
        </p:nvSpPr>
        <p:spPr>
          <a:xfrm>
            <a:off x="650702" y="3799284"/>
            <a:ext cx="6270798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</a:rPr>
              <a:t>o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</a:rPr>
              <a:t>bom</a:t>
            </a:r>
            <a:r>
              <a:rPr lang="en-US" sz="4100" dirty="0">
                <a:solidFill>
                  <a:srgbClr val="020202"/>
                </a:solidFill>
                <a:latin typeface="PT Serif" pitchFamily="34" charset="0"/>
              </a:rPr>
              <a:t> mercado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</a:rPr>
              <a:t>pré-pago</a:t>
            </a:r>
            <a:endParaRPr lang="en-US" sz="4100" dirty="0"/>
          </a:p>
        </p:txBody>
      </p:sp>
    </p:spTree>
    <p:extLst>
      <p:ext uri="{BB962C8B-B14F-4D97-AF65-F5344CB8AC3E}">
        <p14:creationId xmlns:p14="http://schemas.microsoft.com/office/powerpoint/2010/main" val="351963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A7EF-C5F9-34A5-FE81-C7BB4A1E7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3FC48F1-F233-39FE-CDBC-70238DB5F48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9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4" progId="TCLayout.ActiveDocument.1">
                  <p:embed/>
                </p:oleObj>
              </mc:Choice>
              <mc:Fallback>
                <p:oleObj name="Slide do think-cell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512A904-E440-DBED-248D-704A358B2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0">
            <a:extLst>
              <a:ext uri="{FF2B5EF4-FFF2-40B4-BE49-F238E27FC236}">
                <a16:creationId xmlns:a16="http://schemas.microsoft.com/office/drawing/2014/main" id="{78A59DCF-3649-9CD6-3AC4-63AA2CDAD30E}"/>
              </a:ext>
            </a:extLst>
          </p:cNvPr>
          <p:cNvSpPr/>
          <p:nvPr/>
        </p:nvSpPr>
        <p:spPr>
          <a:xfrm>
            <a:off x="2885902" y="3318668"/>
            <a:ext cx="4772198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</a:rPr>
              <a:t>E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</a:rPr>
              <a:t>como</a:t>
            </a:r>
            <a:r>
              <a:rPr lang="en-US" sz="4100" dirty="0">
                <a:solidFill>
                  <a:srgbClr val="020202"/>
                </a:solidFill>
                <a:latin typeface="PT Serif" pitchFamily="34" charset="0"/>
              </a:rPr>
              <a:t>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</a:rPr>
              <a:t>segmentar</a:t>
            </a:r>
            <a:r>
              <a:rPr lang="en-US" sz="4100" dirty="0">
                <a:solidFill>
                  <a:srgbClr val="020202"/>
                </a:solidFill>
                <a:latin typeface="PT Serif" pitchFamily="34" charset="0"/>
              </a:rPr>
              <a:t>?</a:t>
            </a:r>
            <a:endParaRPr lang="en-US" sz="4100" dirty="0"/>
          </a:p>
        </p:txBody>
      </p:sp>
      <p:sp>
        <p:nvSpPr>
          <p:cNvPr id="10" name="Text 0">
            <a:extLst>
              <a:ext uri="{FF2B5EF4-FFF2-40B4-BE49-F238E27FC236}">
                <a16:creationId xmlns:a16="http://schemas.microsoft.com/office/drawing/2014/main" id="{E540D926-4165-B74C-A121-AAFF5A630B9A}"/>
              </a:ext>
            </a:extLst>
          </p:cNvPr>
          <p:cNvSpPr/>
          <p:nvPr/>
        </p:nvSpPr>
        <p:spPr>
          <a:xfrm>
            <a:off x="7848600" y="3407568"/>
            <a:ext cx="3759200" cy="763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9600" dirty="0" err="1">
                <a:solidFill>
                  <a:srgbClr val="020202"/>
                </a:solidFill>
                <a:latin typeface="PT Serif" pitchFamily="34" charset="0"/>
              </a:rPr>
              <a:t>Preço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201442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A17FB-2B6F-6C07-D7C7-9A6792088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4368CEC-7BC3-45D6-519D-81E06A1566EA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5335812"/>
              </p:ext>
            </p:extLst>
          </p:nvPr>
        </p:nvGraphicFramePr>
        <p:xfrm>
          <a:off x="19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4" progId="TCLayout.ActiveDocument.1">
                  <p:embed/>
                </p:oleObj>
              </mc:Choice>
              <mc:Fallback>
                <p:oleObj name="Slide do think-cell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06A4E-7CE3-6DCF-CA26-FC1968201A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0">
            <a:extLst>
              <a:ext uri="{FF2B5EF4-FFF2-40B4-BE49-F238E27FC236}">
                <a16:creationId xmlns:a16="http://schemas.microsoft.com/office/drawing/2014/main" id="{23FDEB9F-07B3-F3FE-4ECE-D18A3891D317}"/>
              </a:ext>
            </a:extLst>
          </p:cNvPr>
          <p:cNvSpPr/>
          <p:nvPr/>
        </p:nvSpPr>
        <p:spPr>
          <a:xfrm>
            <a:off x="244302" y="235344"/>
            <a:ext cx="5073709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Perímetro</a:t>
            </a: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Comercial</a:t>
            </a:r>
            <a:endParaRPr lang="en-US" sz="41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EA9ECB1-F77C-8B13-33AA-0333362510B6}"/>
              </a:ext>
            </a:extLst>
          </p:cNvPr>
          <p:cNvSpPr txBox="1"/>
          <p:nvPr/>
        </p:nvSpPr>
        <p:spPr>
          <a:xfrm>
            <a:off x="154170" y="885152"/>
            <a:ext cx="13375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Características: Alto </a:t>
            </a:r>
            <a:r>
              <a:rPr lang="pt-BR" sz="2400" dirty="0" err="1"/>
              <a:t>Share</a:t>
            </a:r>
            <a:r>
              <a:rPr lang="pt-BR" sz="2400" dirty="0"/>
              <a:t> G6; Vivo líder móvel; Sem cobertura 5G; Bom mercado Pós-pago 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D45073B9-253A-8439-DD0C-4FADABF7E7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543568"/>
            <a:ext cx="8825761" cy="6635367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8F0A6DC5-C981-89B1-ECF3-3DAC26B05DBF}"/>
              </a:ext>
            </a:extLst>
          </p:cNvPr>
          <p:cNvSpPr/>
          <p:nvPr/>
        </p:nvSpPr>
        <p:spPr>
          <a:xfrm>
            <a:off x="3004416" y="4922193"/>
            <a:ext cx="9148152" cy="268474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D7EDB22D-8F08-E23D-349A-AC52A926C4A2}"/>
              </a:ext>
            </a:extLst>
          </p:cNvPr>
          <p:cNvSpPr txBox="1"/>
          <p:nvPr/>
        </p:nvSpPr>
        <p:spPr>
          <a:xfrm>
            <a:off x="244302" y="7570691"/>
            <a:ext cx="20048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Foto: Mar26</a:t>
            </a:r>
          </a:p>
        </p:txBody>
      </p:sp>
    </p:spTree>
    <p:extLst>
      <p:ext uri="{BB962C8B-B14F-4D97-AF65-F5344CB8AC3E}">
        <p14:creationId xmlns:p14="http://schemas.microsoft.com/office/powerpoint/2010/main" val="3389438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B85C3-9C5D-E6FA-D27E-DF2D04DFC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30ABB15-2622-697D-F3F3-5F334CB42593}"/>
              </a:ext>
            </a:extLst>
          </p:cNvPr>
          <p:cNvSpPr/>
          <p:nvPr/>
        </p:nvSpPr>
        <p:spPr>
          <a:xfrm>
            <a:off x="835066" y="3728025"/>
            <a:ext cx="9807534" cy="773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 err="1">
                <a:solidFill>
                  <a:srgbClr val="020202"/>
                </a:solidFill>
                <a:latin typeface="PT Serif" pitchFamily="34" charset="0"/>
              </a:rPr>
              <a:t>Oferta</a:t>
            </a:r>
            <a:r>
              <a:rPr lang="en-US" sz="4150" dirty="0">
                <a:solidFill>
                  <a:srgbClr val="020202"/>
                </a:solidFill>
                <a:latin typeface="PT Serif" pitchFamily="34" charset="0"/>
              </a:rPr>
              <a:t> e </a:t>
            </a:r>
            <a:r>
              <a:rPr lang="en-US" sz="4150" dirty="0" err="1">
                <a:solidFill>
                  <a:srgbClr val="020202"/>
                </a:solidFill>
                <a:latin typeface="PT Serif" pitchFamily="34" charset="0"/>
              </a:rPr>
              <a:t>proposta</a:t>
            </a:r>
            <a:r>
              <a:rPr lang="en-US" sz="4150" dirty="0">
                <a:solidFill>
                  <a:srgbClr val="020202"/>
                </a:solidFill>
                <a:latin typeface="PT Serif" pitchFamily="34" charset="0"/>
              </a:rPr>
              <a:t> de valor</a:t>
            </a:r>
            <a:endParaRPr lang="en-US" sz="4150" dirty="0"/>
          </a:p>
        </p:txBody>
      </p:sp>
    </p:spTree>
    <p:extLst>
      <p:ext uri="{BB962C8B-B14F-4D97-AF65-F5344CB8AC3E}">
        <p14:creationId xmlns:p14="http://schemas.microsoft.com/office/powerpoint/2010/main" val="632749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3497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7711" y="3220164"/>
            <a:ext cx="11809889" cy="691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0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Nossas Ofertas e Propostas de Valor (</a:t>
            </a:r>
            <a:r>
              <a:rPr lang="en-US" sz="435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Produto</a:t>
            </a: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)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429517" y="4465082"/>
            <a:ext cx="474226" cy="47422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500598" y="4494669"/>
            <a:ext cx="331946" cy="41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1114484" y="4465082"/>
            <a:ext cx="3630573" cy="691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Simplicidade e Transparência</a:t>
            </a:r>
            <a:endParaRPr lang="en-US" sz="2150" dirty="0"/>
          </a:p>
        </p:txBody>
      </p:sp>
      <p:sp>
        <p:nvSpPr>
          <p:cNvPr id="7" name="Text 4"/>
          <p:cNvSpPr/>
          <p:nvPr/>
        </p:nvSpPr>
        <p:spPr>
          <a:xfrm>
            <a:off x="1114484" y="4939308"/>
            <a:ext cx="3867686" cy="236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Desenvolvemos planos simples e diretos, sem "pegadinhas" ou condições ocultas. Nossa comunicação é clara e transparente, construindo uma relação de confiança com o cliente desde o primeiro contato.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5192911" y="4465082"/>
            <a:ext cx="474226" cy="47422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263991" y="4494669"/>
            <a:ext cx="331946" cy="41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5877878" y="4465082"/>
            <a:ext cx="3323987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Pacotes</a:t>
            </a: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de Dados </a:t>
            </a:r>
            <a:r>
              <a:rPr lang="en-US" sz="2150" dirty="0" err="1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Robustos</a:t>
            </a:r>
            <a:endParaRPr lang="en-US" sz="2150" dirty="0"/>
          </a:p>
        </p:txBody>
      </p:sp>
      <p:sp>
        <p:nvSpPr>
          <p:cNvPr id="11" name="Text 8"/>
          <p:cNvSpPr/>
          <p:nvPr/>
        </p:nvSpPr>
        <p:spPr>
          <a:xfrm>
            <a:off x="5877878" y="4937403"/>
            <a:ext cx="4173258" cy="236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Oferecemos franquias generosas de dados, dimensionadas para atender qualquer perfil de consumidor, do usuário básico ao heavy user que necessita de conectividade intensiva para trabalho e entretenimento.</a:t>
            </a:r>
            <a:endParaRPr lang="en-US" sz="1650" dirty="0"/>
          </a:p>
        </p:txBody>
      </p:sp>
      <p:sp>
        <p:nvSpPr>
          <p:cNvPr id="12" name="Shape 9"/>
          <p:cNvSpPr/>
          <p:nvPr/>
        </p:nvSpPr>
        <p:spPr>
          <a:xfrm>
            <a:off x="10051137" y="4465082"/>
            <a:ext cx="474226" cy="474226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0122217" y="4494669"/>
            <a:ext cx="331946" cy="41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2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10736103" y="4465082"/>
            <a:ext cx="2766774" cy="345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150" dirty="0" err="1">
                <a:solidFill>
                  <a:srgbClr val="383838"/>
                </a:solidFill>
                <a:latin typeface="PT Serif" pitchFamily="34" charset="0"/>
              </a:rPr>
              <a:t>Qualidade</a:t>
            </a:r>
            <a:r>
              <a:rPr lang="en-US" sz="2150" dirty="0">
                <a:solidFill>
                  <a:srgbClr val="383838"/>
                </a:solidFill>
                <a:latin typeface="PT Serif" pitchFamily="34" charset="0"/>
              </a:rPr>
              <a:t> e </a:t>
            </a:r>
            <a:r>
              <a:rPr lang="en-US" sz="2150" dirty="0" err="1">
                <a:solidFill>
                  <a:srgbClr val="383838"/>
                </a:solidFill>
                <a:latin typeface="PT Serif" pitchFamily="34" charset="0"/>
              </a:rPr>
              <a:t>Cobertura</a:t>
            </a:r>
            <a:endParaRPr lang="en-US" sz="2150" dirty="0"/>
          </a:p>
        </p:txBody>
      </p:sp>
      <p:sp>
        <p:nvSpPr>
          <p:cNvPr id="15" name="Text 12"/>
          <p:cNvSpPr/>
          <p:nvPr/>
        </p:nvSpPr>
        <p:spPr>
          <a:xfrm>
            <a:off x="10736103" y="4937403"/>
            <a:ext cx="3894297" cy="236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tecnologia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5G,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cobertura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qualidade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entregando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altas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velocidades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entremamos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experiência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premium para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todos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os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65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distinção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AA591-DEBB-B5AF-A6B4-0FDA77DE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5E06A4E-7CE3-6DCF-CA26-FC1968201A2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6254802"/>
              </p:ext>
            </p:extLst>
          </p:nvPr>
        </p:nvGraphicFramePr>
        <p:xfrm>
          <a:off x="19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4" progId="TCLayout.ActiveDocument.1">
                  <p:embed/>
                </p:oleObj>
              </mc:Choice>
              <mc:Fallback>
                <p:oleObj name="Slide do think-cell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06A4E-7CE3-6DCF-CA26-FC1968201A2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0">
            <a:extLst>
              <a:ext uri="{FF2B5EF4-FFF2-40B4-BE49-F238E27FC236}">
                <a16:creationId xmlns:a16="http://schemas.microsoft.com/office/drawing/2014/main" id="{797D9D3A-6704-D21F-28F5-3568EB85ED08}"/>
              </a:ext>
            </a:extLst>
          </p:cNvPr>
          <p:cNvSpPr/>
          <p:nvPr/>
        </p:nvSpPr>
        <p:spPr>
          <a:xfrm>
            <a:off x="244302" y="235344"/>
            <a:ext cx="5073709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Estratégia</a:t>
            </a: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de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Ofertas</a:t>
            </a:r>
            <a:endParaRPr lang="en-US" sz="4100" dirty="0"/>
          </a:p>
        </p:txBody>
      </p:sp>
      <p:sp>
        <p:nvSpPr>
          <p:cNvPr id="47" name="Text 3">
            <a:extLst>
              <a:ext uri="{FF2B5EF4-FFF2-40B4-BE49-F238E27FC236}">
                <a16:creationId xmlns:a16="http://schemas.microsoft.com/office/drawing/2014/main" id="{CAFD7EE4-D408-C175-A92E-AB7B94E0D760}"/>
              </a:ext>
            </a:extLst>
          </p:cNvPr>
          <p:cNvSpPr/>
          <p:nvPr/>
        </p:nvSpPr>
        <p:spPr>
          <a:xfrm>
            <a:off x="1781843" y="3196647"/>
            <a:ext cx="2237427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Oferta</a:t>
            </a:r>
            <a:r>
              <a:rPr lang="en-US" sz="2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50GB</a:t>
            </a:r>
            <a:endParaRPr lang="en-US" sz="2400" dirty="0"/>
          </a:p>
        </p:txBody>
      </p:sp>
      <p:sp>
        <p:nvSpPr>
          <p:cNvPr id="48" name="Text 3">
            <a:extLst>
              <a:ext uri="{FF2B5EF4-FFF2-40B4-BE49-F238E27FC236}">
                <a16:creationId xmlns:a16="http://schemas.microsoft.com/office/drawing/2014/main" id="{192CD404-156C-5AB3-539A-C1C84091C4E3}"/>
              </a:ext>
            </a:extLst>
          </p:cNvPr>
          <p:cNvSpPr/>
          <p:nvPr/>
        </p:nvSpPr>
        <p:spPr>
          <a:xfrm>
            <a:off x="4195838" y="3196647"/>
            <a:ext cx="1847591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FF6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R$ 49,90</a:t>
            </a:r>
            <a:endParaRPr lang="en-US" sz="2400" b="1" dirty="0">
              <a:solidFill>
                <a:srgbClr val="FF6800"/>
              </a:solidFill>
            </a:endParaRPr>
          </a:p>
        </p:txBody>
      </p:sp>
      <p:sp>
        <p:nvSpPr>
          <p:cNvPr id="49" name="Text 3">
            <a:extLst>
              <a:ext uri="{FF2B5EF4-FFF2-40B4-BE49-F238E27FC236}">
                <a16:creationId xmlns:a16="http://schemas.microsoft.com/office/drawing/2014/main" id="{49A85DA7-6B06-F869-3301-73C7ADBAF8DC}"/>
              </a:ext>
            </a:extLst>
          </p:cNvPr>
          <p:cNvSpPr/>
          <p:nvPr/>
        </p:nvSpPr>
        <p:spPr>
          <a:xfrm>
            <a:off x="1781843" y="3692250"/>
            <a:ext cx="2237427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Oferta</a:t>
            </a:r>
            <a:r>
              <a:rPr lang="en-US" sz="2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100GB</a:t>
            </a:r>
            <a:endParaRPr lang="en-US" sz="2400" dirty="0"/>
          </a:p>
        </p:txBody>
      </p:sp>
      <p:sp>
        <p:nvSpPr>
          <p:cNvPr id="50" name="Text 3">
            <a:extLst>
              <a:ext uri="{FF2B5EF4-FFF2-40B4-BE49-F238E27FC236}">
                <a16:creationId xmlns:a16="http://schemas.microsoft.com/office/drawing/2014/main" id="{529C34DE-C185-3C23-B1AC-E5E2FC928F21}"/>
              </a:ext>
            </a:extLst>
          </p:cNvPr>
          <p:cNvSpPr/>
          <p:nvPr/>
        </p:nvSpPr>
        <p:spPr>
          <a:xfrm>
            <a:off x="4195838" y="3692250"/>
            <a:ext cx="1847591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FF6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R$ 79,90</a:t>
            </a:r>
            <a:endParaRPr lang="en-US" sz="2400" b="1" dirty="0">
              <a:solidFill>
                <a:srgbClr val="FF6800"/>
              </a:solidFill>
            </a:endParaRPr>
          </a:p>
        </p:txBody>
      </p:sp>
      <p:sp>
        <p:nvSpPr>
          <p:cNvPr id="52" name="Text 3">
            <a:extLst>
              <a:ext uri="{FF2B5EF4-FFF2-40B4-BE49-F238E27FC236}">
                <a16:creationId xmlns:a16="http://schemas.microsoft.com/office/drawing/2014/main" id="{9227D514-8D34-9C82-7DDE-FEC9CA046038}"/>
              </a:ext>
            </a:extLst>
          </p:cNvPr>
          <p:cNvSpPr/>
          <p:nvPr/>
        </p:nvSpPr>
        <p:spPr>
          <a:xfrm>
            <a:off x="1781843" y="2691704"/>
            <a:ext cx="3456627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400" b="1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Mercado Prospect</a:t>
            </a:r>
            <a:endParaRPr lang="en-US" sz="2400" b="1" dirty="0"/>
          </a:p>
        </p:txBody>
      </p:sp>
      <p:sp>
        <p:nvSpPr>
          <p:cNvPr id="118" name="Text 3">
            <a:extLst>
              <a:ext uri="{FF2B5EF4-FFF2-40B4-BE49-F238E27FC236}">
                <a16:creationId xmlns:a16="http://schemas.microsoft.com/office/drawing/2014/main" id="{A9332982-14BE-CD4A-82F7-A2627477F46C}"/>
              </a:ext>
            </a:extLst>
          </p:cNvPr>
          <p:cNvSpPr/>
          <p:nvPr/>
        </p:nvSpPr>
        <p:spPr>
          <a:xfrm>
            <a:off x="1781843" y="4874813"/>
            <a:ext cx="2237427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400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Oferta</a:t>
            </a:r>
            <a:r>
              <a:rPr lang="en-US" sz="2400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100GB</a:t>
            </a:r>
            <a:endParaRPr lang="en-US" sz="2400" dirty="0"/>
          </a:p>
        </p:txBody>
      </p:sp>
      <p:sp>
        <p:nvSpPr>
          <p:cNvPr id="119" name="Text 3">
            <a:extLst>
              <a:ext uri="{FF2B5EF4-FFF2-40B4-BE49-F238E27FC236}">
                <a16:creationId xmlns:a16="http://schemas.microsoft.com/office/drawing/2014/main" id="{7242C3F1-1E2E-0FD9-F4FF-DD9A2FB9F99F}"/>
              </a:ext>
            </a:extLst>
          </p:cNvPr>
          <p:cNvSpPr/>
          <p:nvPr/>
        </p:nvSpPr>
        <p:spPr>
          <a:xfrm>
            <a:off x="4195838" y="4874813"/>
            <a:ext cx="1847591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FF68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R$ 49,90</a:t>
            </a:r>
            <a:endParaRPr lang="en-US" sz="2400" b="1" dirty="0">
              <a:solidFill>
                <a:srgbClr val="FF6800"/>
              </a:solidFill>
            </a:endParaRPr>
          </a:p>
        </p:txBody>
      </p:sp>
      <p:sp>
        <p:nvSpPr>
          <p:cNvPr id="128" name="Text 3">
            <a:extLst>
              <a:ext uri="{FF2B5EF4-FFF2-40B4-BE49-F238E27FC236}">
                <a16:creationId xmlns:a16="http://schemas.microsoft.com/office/drawing/2014/main" id="{76F28844-DC74-F69A-AB04-51DC22C8E89E}"/>
              </a:ext>
            </a:extLst>
          </p:cNvPr>
          <p:cNvSpPr/>
          <p:nvPr/>
        </p:nvSpPr>
        <p:spPr>
          <a:xfrm>
            <a:off x="1781843" y="4346873"/>
            <a:ext cx="3456627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400" b="1" dirty="0" err="1">
                <a:latin typeface="DM Sans" pitchFamily="34" charset="0"/>
              </a:rPr>
              <a:t>Cliente</a:t>
            </a:r>
            <a:r>
              <a:rPr lang="en-US" sz="2400" b="1" dirty="0">
                <a:latin typeface="DM Sans" pitchFamily="34" charset="0"/>
              </a:rPr>
              <a:t> Fibra</a:t>
            </a:r>
            <a:endParaRPr lang="en-US" sz="2400" b="1" dirty="0"/>
          </a:p>
        </p:txBody>
      </p:sp>
      <p:sp>
        <p:nvSpPr>
          <p:cNvPr id="170" name="Text 3">
            <a:extLst>
              <a:ext uri="{FF2B5EF4-FFF2-40B4-BE49-F238E27FC236}">
                <a16:creationId xmlns:a16="http://schemas.microsoft.com/office/drawing/2014/main" id="{7F3CC174-12C5-EB94-3C7D-06C823DCF2EA}"/>
              </a:ext>
            </a:extLst>
          </p:cNvPr>
          <p:cNvSpPr/>
          <p:nvPr/>
        </p:nvSpPr>
        <p:spPr>
          <a:xfrm>
            <a:off x="5435249" y="3179403"/>
            <a:ext cx="784748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80%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71" name="Text 3">
            <a:extLst>
              <a:ext uri="{FF2B5EF4-FFF2-40B4-BE49-F238E27FC236}">
                <a16:creationId xmlns:a16="http://schemas.microsoft.com/office/drawing/2014/main" id="{47968CB4-A453-F968-7229-C20CA26A8540}"/>
              </a:ext>
            </a:extLst>
          </p:cNvPr>
          <p:cNvSpPr/>
          <p:nvPr/>
        </p:nvSpPr>
        <p:spPr>
          <a:xfrm>
            <a:off x="5435249" y="3663891"/>
            <a:ext cx="784748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20%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DEE62892-D4DB-DEAA-1F46-39BB0F322905}"/>
              </a:ext>
            </a:extLst>
          </p:cNvPr>
          <p:cNvSpPr/>
          <p:nvPr/>
        </p:nvSpPr>
        <p:spPr>
          <a:xfrm rot="16200000">
            <a:off x="232289" y="3788659"/>
            <a:ext cx="2304723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FF6800"/>
                </a:solidFill>
                <a:latin typeface="DM Sans" pitchFamily="34" charset="0"/>
              </a:rPr>
              <a:t>LANÇAMENTO</a:t>
            </a:r>
            <a:endParaRPr lang="en-US" sz="2400" b="1" dirty="0">
              <a:solidFill>
                <a:srgbClr val="FF6800"/>
              </a:solidFill>
            </a:endParaRPr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EB0E62A8-9DCD-0810-60DE-E32E7841CD86}"/>
              </a:ext>
            </a:extLst>
          </p:cNvPr>
          <p:cNvSpPr/>
          <p:nvPr/>
        </p:nvSpPr>
        <p:spPr>
          <a:xfrm>
            <a:off x="1042553" y="2800278"/>
            <a:ext cx="622745" cy="2610896"/>
          </a:xfrm>
          <a:prstGeom prst="rect">
            <a:avLst/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D1AD2C6-7F93-7CA6-60D2-EA671F90ABF9}"/>
              </a:ext>
            </a:extLst>
          </p:cNvPr>
          <p:cNvSpPr/>
          <p:nvPr/>
        </p:nvSpPr>
        <p:spPr>
          <a:xfrm>
            <a:off x="7125038" y="3205944"/>
            <a:ext cx="4245419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4000" b="1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Competitividade</a:t>
            </a:r>
            <a:endParaRPr lang="en-US" sz="4000" b="1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BE46969-24A4-3A63-3ACB-F914261A831C}"/>
              </a:ext>
            </a:extLst>
          </p:cNvPr>
          <p:cNvSpPr/>
          <p:nvPr/>
        </p:nvSpPr>
        <p:spPr>
          <a:xfrm>
            <a:off x="7282840" y="4084221"/>
            <a:ext cx="3929816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4000" b="1" dirty="0" err="1">
                <a:latin typeface="DM Sans" pitchFamily="34" charset="0"/>
              </a:rPr>
              <a:t>Transparência</a:t>
            </a:r>
            <a:endParaRPr lang="en-US" sz="4000" b="1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65EFD910-2D43-BE3B-3A8F-BA37BF3C6487}"/>
              </a:ext>
            </a:extLst>
          </p:cNvPr>
          <p:cNvSpPr/>
          <p:nvPr/>
        </p:nvSpPr>
        <p:spPr>
          <a:xfrm>
            <a:off x="7282840" y="5009421"/>
            <a:ext cx="3929816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4000" b="1" dirty="0" err="1">
                <a:latin typeface="DM Sans" pitchFamily="34" charset="0"/>
              </a:rPr>
              <a:t>Simplicidade</a:t>
            </a:r>
            <a:endParaRPr lang="en-US" sz="4000" b="1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79C8787-54EA-F7BB-723F-075324119EF5}"/>
              </a:ext>
            </a:extLst>
          </p:cNvPr>
          <p:cNvSpPr/>
          <p:nvPr/>
        </p:nvSpPr>
        <p:spPr>
          <a:xfrm>
            <a:off x="1781843" y="5228918"/>
            <a:ext cx="3742657" cy="5363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“100 </a:t>
            </a:r>
            <a:r>
              <a:rPr lang="en-US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pelo</a:t>
            </a:r>
            <a:r>
              <a:rPr lang="en-US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dirty="0" err="1">
                <a:latin typeface="DM Sans" pitchFamily="34" charset="0"/>
                <a:ea typeface="DM Sans" pitchFamily="34" charset="-122"/>
                <a:cs typeface="DM Sans" pitchFamily="34" charset="-120"/>
              </a:rPr>
              <a:t>preço</a:t>
            </a:r>
            <a:r>
              <a:rPr lang="en-US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 de 50”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55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FC8644B-4E8D-1126-2A26-D1F84A09ECB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44381665"/>
              </p:ext>
            </p:extLst>
          </p:nvPr>
        </p:nvGraphicFramePr>
        <p:xfrm>
          <a:off x="19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4" progId="TCLayout.ActiveDocument.1">
                  <p:embed/>
                </p:oleObj>
              </mc:Choice>
              <mc:Fallback>
                <p:oleObj name="Slide do think-cell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C8644B-4E8D-1126-2A26-D1F84A09EC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" name="Retângulo 210">
            <a:extLst>
              <a:ext uri="{FF2B5EF4-FFF2-40B4-BE49-F238E27FC236}">
                <a16:creationId xmlns:a16="http://schemas.microsoft.com/office/drawing/2014/main" id="{B26CFE13-FA95-0BE4-F3E9-3C56C8B7C506}"/>
              </a:ext>
            </a:extLst>
          </p:cNvPr>
          <p:cNvSpPr/>
          <p:nvPr/>
        </p:nvSpPr>
        <p:spPr>
          <a:xfrm>
            <a:off x="1018904" y="7010296"/>
            <a:ext cx="1332404" cy="77070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12" name="Retângulo 211">
            <a:extLst>
              <a:ext uri="{FF2B5EF4-FFF2-40B4-BE49-F238E27FC236}">
                <a16:creationId xmlns:a16="http://schemas.microsoft.com/office/drawing/2014/main" id="{CD2AC289-448E-8C0C-8CD8-B9DADF590E67}"/>
              </a:ext>
            </a:extLst>
          </p:cNvPr>
          <p:cNvSpPr/>
          <p:nvPr/>
        </p:nvSpPr>
        <p:spPr>
          <a:xfrm>
            <a:off x="1031975" y="6095896"/>
            <a:ext cx="3331018" cy="168510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13" name="Retângulo 212">
            <a:extLst>
              <a:ext uri="{FF2B5EF4-FFF2-40B4-BE49-F238E27FC236}">
                <a16:creationId xmlns:a16="http://schemas.microsoft.com/office/drawing/2014/main" id="{84D2C902-C0A1-8280-20D9-5FE71DCA1CD6}"/>
              </a:ext>
            </a:extLst>
          </p:cNvPr>
          <p:cNvSpPr/>
          <p:nvPr/>
        </p:nvSpPr>
        <p:spPr>
          <a:xfrm>
            <a:off x="1018913" y="2364666"/>
            <a:ext cx="6453035" cy="541633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C35C614-95F6-38FB-C5A6-5D67C9223A05}"/>
              </a:ext>
            </a:extLst>
          </p:cNvPr>
          <p:cNvCxnSpPr/>
          <p:nvPr/>
        </p:nvCxnSpPr>
        <p:spPr>
          <a:xfrm flipV="1">
            <a:off x="1018903" y="1824339"/>
            <a:ext cx="0" cy="5956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B1A992B2-E529-0D20-FFEB-34938BE2C245}"/>
              </a:ext>
            </a:extLst>
          </p:cNvPr>
          <p:cNvCxnSpPr/>
          <p:nvPr/>
        </p:nvCxnSpPr>
        <p:spPr>
          <a:xfrm>
            <a:off x="1018904" y="7781001"/>
            <a:ext cx="68841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E5DDBC81-DDD4-5C25-8B1A-3DB9E4C346E5}"/>
              </a:ext>
            </a:extLst>
          </p:cNvPr>
          <p:cNvCxnSpPr/>
          <p:nvPr/>
        </p:nvCxnSpPr>
        <p:spPr>
          <a:xfrm>
            <a:off x="2429692" y="778100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D3B2F6A-DFD1-7A36-C570-4ECE3866FBCE}"/>
              </a:ext>
            </a:extLst>
          </p:cNvPr>
          <p:cNvCxnSpPr>
            <a:cxnSpLocks/>
          </p:cNvCxnSpPr>
          <p:nvPr/>
        </p:nvCxnSpPr>
        <p:spPr>
          <a:xfrm>
            <a:off x="12540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63A86205-379A-B954-7F95-CE4C3BD267B5}"/>
              </a:ext>
            </a:extLst>
          </p:cNvPr>
          <p:cNvCxnSpPr>
            <a:cxnSpLocks/>
          </p:cNvCxnSpPr>
          <p:nvPr/>
        </p:nvCxnSpPr>
        <p:spPr>
          <a:xfrm>
            <a:off x="14369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9C3557B9-C1AF-E6A4-F4B2-1997106221FA}"/>
              </a:ext>
            </a:extLst>
          </p:cNvPr>
          <p:cNvCxnSpPr>
            <a:cxnSpLocks/>
          </p:cNvCxnSpPr>
          <p:nvPr/>
        </p:nvCxnSpPr>
        <p:spPr>
          <a:xfrm>
            <a:off x="16197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AA74939B-6CE0-8D54-321B-A79BB00928DB}"/>
              </a:ext>
            </a:extLst>
          </p:cNvPr>
          <p:cNvCxnSpPr>
            <a:cxnSpLocks/>
          </p:cNvCxnSpPr>
          <p:nvPr/>
        </p:nvCxnSpPr>
        <p:spPr>
          <a:xfrm>
            <a:off x="18026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359C1E4A-9159-EAC2-E0FB-CF56312DC6B7}"/>
              </a:ext>
            </a:extLst>
          </p:cNvPr>
          <p:cNvCxnSpPr>
            <a:cxnSpLocks/>
          </p:cNvCxnSpPr>
          <p:nvPr/>
        </p:nvCxnSpPr>
        <p:spPr>
          <a:xfrm>
            <a:off x="19855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0A24E1D-7816-E079-7F0B-D749642EE4CB}"/>
              </a:ext>
            </a:extLst>
          </p:cNvPr>
          <p:cNvCxnSpPr>
            <a:cxnSpLocks/>
          </p:cNvCxnSpPr>
          <p:nvPr/>
        </p:nvCxnSpPr>
        <p:spPr>
          <a:xfrm>
            <a:off x="21684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D68CC1AE-B53C-D76D-4EC8-BC0DB36FF5BF}"/>
              </a:ext>
            </a:extLst>
          </p:cNvPr>
          <p:cNvCxnSpPr>
            <a:cxnSpLocks/>
          </p:cNvCxnSpPr>
          <p:nvPr/>
        </p:nvCxnSpPr>
        <p:spPr>
          <a:xfrm>
            <a:off x="23513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3A6EAC7D-08E0-FD46-AE48-8AB765D7F559}"/>
              </a:ext>
            </a:extLst>
          </p:cNvPr>
          <p:cNvCxnSpPr>
            <a:cxnSpLocks/>
          </p:cNvCxnSpPr>
          <p:nvPr/>
        </p:nvCxnSpPr>
        <p:spPr>
          <a:xfrm>
            <a:off x="25341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3913C80B-2994-5926-7BE8-AA6276C65834}"/>
              </a:ext>
            </a:extLst>
          </p:cNvPr>
          <p:cNvCxnSpPr>
            <a:cxnSpLocks/>
          </p:cNvCxnSpPr>
          <p:nvPr/>
        </p:nvCxnSpPr>
        <p:spPr>
          <a:xfrm>
            <a:off x="27170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3E6DFA15-E978-DF8E-18BD-255659B754D0}"/>
              </a:ext>
            </a:extLst>
          </p:cNvPr>
          <p:cNvCxnSpPr>
            <a:cxnSpLocks/>
          </p:cNvCxnSpPr>
          <p:nvPr/>
        </p:nvCxnSpPr>
        <p:spPr>
          <a:xfrm>
            <a:off x="28999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7FC73BE5-97F4-3ED1-CFCB-8337CDA27D3A}"/>
              </a:ext>
            </a:extLst>
          </p:cNvPr>
          <p:cNvCxnSpPr>
            <a:cxnSpLocks/>
          </p:cNvCxnSpPr>
          <p:nvPr/>
        </p:nvCxnSpPr>
        <p:spPr>
          <a:xfrm>
            <a:off x="30828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3C73E46C-3AD0-E5BA-2E62-57B2E072E6A4}"/>
              </a:ext>
            </a:extLst>
          </p:cNvPr>
          <p:cNvCxnSpPr>
            <a:cxnSpLocks/>
          </p:cNvCxnSpPr>
          <p:nvPr/>
        </p:nvCxnSpPr>
        <p:spPr>
          <a:xfrm>
            <a:off x="32657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5EE258B0-4DAD-A63A-EE73-B69D0A102740}"/>
              </a:ext>
            </a:extLst>
          </p:cNvPr>
          <p:cNvCxnSpPr>
            <a:cxnSpLocks/>
          </p:cNvCxnSpPr>
          <p:nvPr/>
        </p:nvCxnSpPr>
        <p:spPr>
          <a:xfrm>
            <a:off x="34485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238A8424-704C-139A-35D9-9EE1322CE0DA}"/>
              </a:ext>
            </a:extLst>
          </p:cNvPr>
          <p:cNvCxnSpPr>
            <a:cxnSpLocks/>
          </p:cNvCxnSpPr>
          <p:nvPr/>
        </p:nvCxnSpPr>
        <p:spPr>
          <a:xfrm>
            <a:off x="36314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02373430-EF1C-7B4A-8E56-19C32B60D84C}"/>
              </a:ext>
            </a:extLst>
          </p:cNvPr>
          <p:cNvCxnSpPr>
            <a:cxnSpLocks/>
          </p:cNvCxnSpPr>
          <p:nvPr/>
        </p:nvCxnSpPr>
        <p:spPr>
          <a:xfrm>
            <a:off x="38143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DA1EF539-D97D-6819-EAA3-6DBE5C73D0DE}"/>
              </a:ext>
            </a:extLst>
          </p:cNvPr>
          <p:cNvCxnSpPr>
            <a:cxnSpLocks/>
          </p:cNvCxnSpPr>
          <p:nvPr/>
        </p:nvCxnSpPr>
        <p:spPr>
          <a:xfrm>
            <a:off x="39972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387E6657-CD9E-FA03-BF1B-D2F663CE36D3}"/>
              </a:ext>
            </a:extLst>
          </p:cNvPr>
          <p:cNvCxnSpPr>
            <a:cxnSpLocks/>
          </p:cNvCxnSpPr>
          <p:nvPr/>
        </p:nvCxnSpPr>
        <p:spPr>
          <a:xfrm>
            <a:off x="41801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3A053EE9-03E9-D6D3-0166-882769925C56}"/>
              </a:ext>
            </a:extLst>
          </p:cNvPr>
          <p:cNvCxnSpPr>
            <a:cxnSpLocks/>
          </p:cNvCxnSpPr>
          <p:nvPr/>
        </p:nvCxnSpPr>
        <p:spPr>
          <a:xfrm>
            <a:off x="43629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E4B38169-1308-08D1-ED23-49793FE119F1}"/>
              </a:ext>
            </a:extLst>
          </p:cNvPr>
          <p:cNvCxnSpPr>
            <a:cxnSpLocks/>
          </p:cNvCxnSpPr>
          <p:nvPr/>
        </p:nvCxnSpPr>
        <p:spPr>
          <a:xfrm>
            <a:off x="45458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44971C6A-640A-B0BD-D066-339806086BE6}"/>
              </a:ext>
            </a:extLst>
          </p:cNvPr>
          <p:cNvCxnSpPr>
            <a:cxnSpLocks/>
          </p:cNvCxnSpPr>
          <p:nvPr/>
        </p:nvCxnSpPr>
        <p:spPr>
          <a:xfrm>
            <a:off x="47287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50C8B084-9E50-07EE-7443-C9ED1BA5E5C7}"/>
              </a:ext>
            </a:extLst>
          </p:cNvPr>
          <p:cNvCxnSpPr>
            <a:cxnSpLocks/>
          </p:cNvCxnSpPr>
          <p:nvPr/>
        </p:nvCxnSpPr>
        <p:spPr>
          <a:xfrm>
            <a:off x="49116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04D66B14-FA0D-FE46-A918-6E472F2DCB3E}"/>
              </a:ext>
            </a:extLst>
          </p:cNvPr>
          <p:cNvCxnSpPr>
            <a:cxnSpLocks/>
          </p:cNvCxnSpPr>
          <p:nvPr/>
        </p:nvCxnSpPr>
        <p:spPr>
          <a:xfrm>
            <a:off x="50945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7C0CC874-B3CE-B9E1-2CC0-E6FCC1295421}"/>
              </a:ext>
            </a:extLst>
          </p:cNvPr>
          <p:cNvCxnSpPr>
            <a:cxnSpLocks/>
          </p:cNvCxnSpPr>
          <p:nvPr/>
        </p:nvCxnSpPr>
        <p:spPr>
          <a:xfrm>
            <a:off x="52773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223754C2-4414-B7B2-F81C-723C0685C9EF}"/>
              </a:ext>
            </a:extLst>
          </p:cNvPr>
          <p:cNvCxnSpPr>
            <a:cxnSpLocks/>
          </p:cNvCxnSpPr>
          <p:nvPr/>
        </p:nvCxnSpPr>
        <p:spPr>
          <a:xfrm>
            <a:off x="54602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FDE7EBCD-E8D0-0513-CFB7-F232FAD631F8}"/>
              </a:ext>
            </a:extLst>
          </p:cNvPr>
          <p:cNvCxnSpPr>
            <a:cxnSpLocks/>
          </p:cNvCxnSpPr>
          <p:nvPr/>
        </p:nvCxnSpPr>
        <p:spPr>
          <a:xfrm>
            <a:off x="56431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026EC68E-77E4-16DC-FAF6-2B36D9E9E772}"/>
              </a:ext>
            </a:extLst>
          </p:cNvPr>
          <p:cNvCxnSpPr>
            <a:cxnSpLocks/>
          </p:cNvCxnSpPr>
          <p:nvPr/>
        </p:nvCxnSpPr>
        <p:spPr>
          <a:xfrm>
            <a:off x="58260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E7D3457C-9AD0-A83C-DB78-81C12A39F03D}"/>
              </a:ext>
            </a:extLst>
          </p:cNvPr>
          <p:cNvCxnSpPr>
            <a:cxnSpLocks/>
          </p:cNvCxnSpPr>
          <p:nvPr/>
        </p:nvCxnSpPr>
        <p:spPr>
          <a:xfrm>
            <a:off x="60089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8050028E-ED48-19A2-49DC-7308E8388ECE}"/>
              </a:ext>
            </a:extLst>
          </p:cNvPr>
          <p:cNvCxnSpPr>
            <a:cxnSpLocks/>
          </p:cNvCxnSpPr>
          <p:nvPr/>
        </p:nvCxnSpPr>
        <p:spPr>
          <a:xfrm>
            <a:off x="61917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4F92A48F-CC31-5F8C-EF93-7BC0AB798647}"/>
              </a:ext>
            </a:extLst>
          </p:cNvPr>
          <p:cNvCxnSpPr>
            <a:cxnSpLocks/>
          </p:cNvCxnSpPr>
          <p:nvPr/>
        </p:nvCxnSpPr>
        <p:spPr>
          <a:xfrm>
            <a:off x="63746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03D5E5C9-462B-6722-6171-91D0F3A190BE}"/>
              </a:ext>
            </a:extLst>
          </p:cNvPr>
          <p:cNvCxnSpPr>
            <a:cxnSpLocks/>
          </p:cNvCxnSpPr>
          <p:nvPr/>
        </p:nvCxnSpPr>
        <p:spPr>
          <a:xfrm>
            <a:off x="65575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7F3A00DE-6728-FA6B-4117-9723C578A701}"/>
              </a:ext>
            </a:extLst>
          </p:cNvPr>
          <p:cNvCxnSpPr>
            <a:cxnSpLocks/>
          </p:cNvCxnSpPr>
          <p:nvPr/>
        </p:nvCxnSpPr>
        <p:spPr>
          <a:xfrm>
            <a:off x="67404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4F1D2C96-08FC-6A09-6B33-191A426F1BAB}"/>
              </a:ext>
            </a:extLst>
          </p:cNvPr>
          <p:cNvCxnSpPr>
            <a:cxnSpLocks/>
          </p:cNvCxnSpPr>
          <p:nvPr/>
        </p:nvCxnSpPr>
        <p:spPr>
          <a:xfrm>
            <a:off x="69233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EC3A04E8-68BA-E64C-F200-3672E1F6B773}"/>
              </a:ext>
            </a:extLst>
          </p:cNvPr>
          <p:cNvCxnSpPr>
            <a:cxnSpLocks/>
          </p:cNvCxnSpPr>
          <p:nvPr/>
        </p:nvCxnSpPr>
        <p:spPr>
          <a:xfrm>
            <a:off x="71061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5178360A-256F-B13D-D137-49993D6050DF}"/>
              </a:ext>
            </a:extLst>
          </p:cNvPr>
          <p:cNvCxnSpPr>
            <a:cxnSpLocks/>
          </p:cNvCxnSpPr>
          <p:nvPr/>
        </p:nvCxnSpPr>
        <p:spPr>
          <a:xfrm>
            <a:off x="72890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5B68FA15-419B-E4EA-4433-BEB4B2F4EFBC}"/>
              </a:ext>
            </a:extLst>
          </p:cNvPr>
          <p:cNvCxnSpPr>
            <a:cxnSpLocks/>
          </p:cNvCxnSpPr>
          <p:nvPr/>
        </p:nvCxnSpPr>
        <p:spPr>
          <a:xfrm>
            <a:off x="74719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7C1A3FB1-E972-54E5-2DCE-796820931D1C}"/>
              </a:ext>
            </a:extLst>
          </p:cNvPr>
          <p:cNvCxnSpPr>
            <a:cxnSpLocks/>
          </p:cNvCxnSpPr>
          <p:nvPr/>
        </p:nvCxnSpPr>
        <p:spPr>
          <a:xfrm>
            <a:off x="950210" y="26211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6A1444C9-B2AC-845F-F1C4-9FEA13E89580}"/>
              </a:ext>
            </a:extLst>
          </p:cNvPr>
          <p:cNvCxnSpPr>
            <a:cxnSpLocks/>
          </p:cNvCxnSpPr>
          <p:nvPr/>
        </p:nvCxnSpPr>
        <p:spPr>
          <a:xfrm>
            <a:off x="950210" y="28040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F0DCA04D-EC78-FC32-B9D4-30B3E362A9A6}"/>
              </a:ext>
            </a:extLst>
          </p:cNvPr>
          <p:cNvCxnSpPr>
            <a:cxnSpLocks/>
          </p:cNvCxnSpPr>
          <p:nvPr/>
        </p:nvCxnSpPr>
        <p:spPr>
          <a:xfrm>
            <a:off x="950210" y="29869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1B91E018-94F1-CCCB-6EA9-2E75C40FEA69}"/>
              </a:ext>
            </a:extLst>
          </p:cNvPr>
          <p:cNvCxnSpPr>
            <a:cxnSpLocks/>
          </p:cNvCxnSpPr>
          <p:nvPr/>
        </p:nvCxnSpPr>
        <p:spPr>
          <a:xfrm>
            <a:off x="950210" y="31698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EB482D75-819D-A921-B2C2-0AFE2A707434}"/>
              </a:ext>
            </a:extLst>
          </p:cNvPr>
          <p:cNvCxnSpPr>
            <a:cxnSpLocks/>
          </p:cNvCxnSpPr>
          <p:nvPr/>
        </p:nvCxnSpPr>
        <p:spPr>
          <a:xfrm>
            <a:off x="950210" y="33526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98EC64B8-7027-C920-0201-84DE8E3E5ABF}"/>
              </a:ext>
            </a:extLst>
          </p:cNvPr>
          <p:cNvCxnSpPr>
            <a:cxnSpLocks/>
          </p:cNvCxnSpPr>
          <p:nvPr/>
        </p:nvCxnSpPr>
        <p:spPr>
          <a:xfrm>
            <a:off x="950210" y="35355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DE91336D-ABA2-5778-2838-707794F56280}"/>
              </a:ext>
            </a:extLst>
          </p:cNvPr>
          <p:cNvCxnSpPr>
            <a:cxnSpLocks/>
          </p:cNvCxnSpPr>
          <p:nvPr/>
        </p:nvCxnSpPr>
        <p:spPr>
          <a:xfrm>
            <a:off x="950210" y="37184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E4C35D43-27F0-6C8B-E776-C3158A4F7187}"/>
              </a:ext>
            </a:extLst>
          </p:cNvPr>
          <p:cNvCxnSpPr>
            <a:cxnSpLocks/>
          </p:cNvCxnSpPr>
          <p:nvPr/>
        </p:nvCxnSpPr>
        <p:spPr>
          <a:xfrm>
            <a:off x="950210" y="39013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ED9808D8-33DC-A6E5-0C40-121D41F22F85}"/>
              </a:ext>
            </a:extLst>
          </p:cNvPr>
          <p:cNvCxnSpPr>
            <a:cxnSpLocks/>
          </p:cNvCxnSpPr>
          <p:nvPr/>
        </p:nvCxnSpPr>
        <p:spPr>
          <a:xfrm>
            <a:off x="950210" y="40842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D45B69A4-43C6-23A8-2EC4-4929FAA587F4}"/>
              </a:ext>
            </a:extLst>
          </p:cNvPr>
          <p:cNvCxnSpPr>
            <a:cxnSpLocks/>
          </p:cNvCxnSpPr>
          <p:nvPr/>
        </p:nvCxnSpPr>
        <p:spPr>
          <a:xfrm>
            <a:off x="950210" y="42670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F5490F18-432E-B223-B59D-212B8A69B6F3}"/>
              </a:ext>
            </a:extLst>
          </p:cNvPr>
          <p:cNvCxnSpPr>
            <a:cxnSpLocks/>
          </p:cNvCxnSpPr>
          <p:nvPr/>
        </p:nvCxnSpPr>
        <p:spPr>
          <a:xfrm>
            <a:off x="950210" y="44499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72F25063-E158-D6AB-4B9B-604217370E82}"/>
              </a:ext>
            </a:extLst>
          </p:cNvPr>
          <p:cNvCxnSpPr>
            <a:cxnSpLocks/>
          </p:cNvCxnSpPr>
          <p:nvPr/>
        </p:nvCxnSpPr>
        <p:spPr>
          <a:xfrm>
            <a:off x="950210" y="46328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8A9921A2-C035-DE97-0707-38C1158A66C7}"/>
              </a:ext>
            </a:extLst>
          </p:cNvPr>
          <p:cNvCxnSpPr>
            <a:cxnSpLocks/>
          </p:cNvCxnSpPr>
          <p:nvPr/>
        </p:nvCxnSpPr>
        <p:spPr>
          <a:xfrm>
            <a:off x="950210" y="48157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F5B9BA79-1F46-D2E0-ACA2-2A8ED2DA2482}"/>
              </a:ext>
            </a:extLst>
          </p:cNvPr>
          <p:cNvCxnSpPr>
            <a:cxnSpLocks/>
          </p:cNvCxnSpPr>
          <p:nvPr/>
        </p:nvCxnSpPr>
        <p:spPr>
          <a:xfrm>
            <a:off x="950210" y="49986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5AC325D6-437D-6BFF-E946-083289E37F14}"/>
              </a:ext>
            </a:extLst>
          </p:cNvPr>
          <p:cNvCxnSpPr>
            <a:cxnSpLocks/>
          </p:cNvCxnSpPr>
          <p:nvPr/>
        </p:nvCxnSpPr>
        <p:spPr>
          <a:xfrm>
            <a:off x="950210" y="51814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D65C5496-AD1B-65C5-8499-8A0D784E071A}"/>
              </a:ext>
            </a:extLst>
          </p:cNvPr>
          <p:cNvCxnSpPr>
            <a:cxnSpLocks/>
          </p:cNvCxnSpPr>
          <p:nvPr/>
        </p:nvCxnSpPr>
        <p:spPr>
          <a:xfrm>
            <a:off x="950210" y="53643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D873F390-79B3-7C29-03BC-614318F6E74C}"/>
              </a:ext>
            </a:extLst>
          </p:cNvPr>
          <p:cNvCxnSpPr>
            <a:cxnSpLocks/>
          </p:cNvCxnSpPr>
          <p:nvPr/>
        </p:nvCxnSpPr>
        <p:spPr>
          <a:xfrm>
            <a:off x="950210" y="55472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E1F18D68-A449-8393-660B-70EA3E9A1265}"/>
              </a:ext>
            </a:extLst>
          </p:cNvPr>
          <p:cNvCxnSpPr>
            <a:cxnSpLocks/>
          </p:cNvCxnSpPr>
          <p:nvPr/>
        </p:nvCxnSpPr>
        <p:spPr>
          <a:xfrm>
            <a:off x="950210" y="57301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196AE71D-7E48-2475-C177-0D6FBA35E4EA}"/>
              </a:ext>
            </a:extLst>
          </p:cNvPr>
          <p:cNvCxnSpPr>
            <a:cxnSpLocks/>
          </p:cNvCxnSpPr>
          <p:nvPr/>
        </p:nvCxnSpPr>
        <p:spPr>
          <a:xfrm>
            <a:off x="950210" y="59130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BD27BD2B-D8F7-F93D-4FA1-D38BBE1EECB7}"/>
              </a:ext>
            </a:extLst>
          </p:cNvPr>
          <p:cNvCxnSpPr>
            <a:cxnSpLocks/>
          </p:cNvCxnSpPr>
          <p:nvPr/>
        </p:nvCxnSpPr>
        <p:spPr>
          <a:xfrm>
            <a:off x="950210" y="60958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302927B6-C5C8-8873-84F3-32D5F58C4592}"/>
              </a:ext>
            </a:extLst>
          </p:cNvPr>
          <p:cNvCxnSpPr>
            <a:cxnSpLocks/>
          </p:cNvCxnSpPr>
          <p:nvPr/>
        </p:nvCxnSpPr>
        <p:spPr>
          <a:xfrm>
            <a:off x="950210" y="62787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7CC4B730-D2B0-405F-65F4-F71C334475F1}"/>
              </a:ext>
            </a:extLst>
          </p:cNvPr>
          <p:cNvCxnSpPr>
            <a:cxnSpLocks/>
          </p:cNvCxnSpPr>
          <p:nvPr/>
        </p:nvCxnSpPr>
        <p:spPr>
          <a:xfrm>
            <a:off x="950210" y="64616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199C360C-E030-8CBC-DAF1-5288DE8C8C45}"/>
              </a:ext>
            </a:extLst>
          </p:cNvPr>
          <p:cNvCxnSpPr>
            <a:cxnSpLocks/>
          </p:cNvCxnSpPr>
          <p:nvPr/>
        </p:nvCxnSpPr>
        <p:spPr>
          <a:xfrm>
            <a:off x="950210" y="66445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D05DB40-31AE-334F-57C2-F9300BE111F3}"/>
              </a:ext>
            </a:extLst>
          </p:cNvPr>
          <p:cNvCxnSpPr>
            <a:cxnSpLocks/>
          </p:cNvCxnSpPr>
          <p:nvPr/>
        </p:nvCxnSpPr>
        <p:spPr>
          <a:xfrm>
            <a:off x="950210" y="68274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75F818B0-8450-72E0-C15F-D825D61DE18C}"/>
              </a:ext>
            </a:extLst>
          </p:cNvPr>
          <p:cNvCxnSpPr>
            <a:cxnSpLocks/>
          </p:cNvCxnSpPr>
          <p:nvPr/>
        </p:nvCxnSpPr>
        <p:spPr>
          <a:xfrm>
            <a:off x="950210" y="70102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86C4083B-82FC-084F-D53B-98D5F96E8261}"/>
              </a:ext>
            </a:extLst>
          </p:cNvPr>
          <p:cNvCxnSpPr>
            <a:cxnSpLocks/>
          </p:cNvCxnSpPr>
          <p:nvPr/>
        </p:nvCxnSpPr>
        <p:spPr>
          <a:xfrm>
            <a:off x="950210" y="71931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3A65773C-9494-7EF7-40D1-C20C33405BEC}"/>
              </a:ext>
            </a:extLst>
          </p:cNvPr>
          <p:cNvCxnSpPr>
            <a:cxnSpLocks/>
          </p:cNvCxnSpPr>
          <p:nvPr/>
        </p:nvCxnSpPr>
        <p:spPr>
          <a:xfrm>
            <a:off x="950210" y="73760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686D01BE-43F4-0FB8-2FEB-6FDF6076B655}"/>
              </a:ext>
            </a:extLst>
          </p:cNvPr>
          <p:cNvCxnSpPr>
            <a:cxnSpLocks/>
          </p:cNvCxnSpPr>
          <p:nvPr/>
        </p:nvCxnSpPr>
        <p:spPr>
          <a:xfrm>
            <a:off x="950210" y="75589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542D6E75-A9DF-2375-2A1E-62C16F75DDAB}"/>
              </a:ext>
            </a:extLst>
          </p:cNvPr>
          <p:cNvCxnSpPr>
            <a:cxnSpLocks/>
          </p:cNvCxnSpPr>
          <p:nvPr/>
        </p:nvCxnSpPr>
        <p:spPr>
          <a:xfrm>
            <a:off x="950208" y="2111723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7DB5BCD8-4A4F-DC3A-4F70-BCB5F04E4266}"/>
              </a:ext>
            </a:extLst>
          </p:cNvPr>
          <p:cNvCxnSpPr>
            <a:cxnSpLocks/>
          </p:cNvCxnSpPr>
          <p:nvPr/>
        </p:nvCxnSpPr>
        <p:spPr>
          <a:xfrm>
            <a:off x="950208" y="2294603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57C65BB4-9F8B-A3CA-A743-5FC32AD1E32E}"/>
              </a:ext>
            </a:extLst>
          </p:cNvPr>
          <p:cNvCxnSpPr>
            <a:cxnSpLocks/>
          </p:cNvCxnSpPr>
          <p:nvPr/>
        </p:nvCxnSpPr>
        <p:spPr>
          <a:xfrm>
            <a:off x="950208" y="2477483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8F3904B1-D2A4-9391-B063-516EF1BCB020}"/>
              </a:ext>
            </a:extLst>
          </p:cNvPr>
          <p:cNvSpPr txBox="1"/>
          <p:nvPr/>
        </p:nvSpPr>
        <p:spPr>
          <a:xfrm>
            <a:off x="189411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30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8D3149E8-CEF1-F8F8-D5EB-B09101A6B7E2}"/>
              </a:ext>
            </a:extLst>
          </p:cNvPr>
          <p:cNvSpPr txBox="1"/>
          <p:nvPr/>
        </p:nvSpPr>
        <p:spPr>
          <a:xfrm>
            <a:off x="225987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49D2C958-85C0-6558-2EE5-72A4D9C4269C}"/>
              </a:ext>
            </a:extLst>
          </p:cNvPr>
          <p:cNvSpPr txBox="1"/>
          <p:nvPr/>
        </p:nvSpPr>
        <p:spPr>
          <a:xfrm>
            <a:off x="262563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1D507014-9EA4-E031-BFA0-0AC1A07D8A7D}"/>
              </a:ext>
            </a:extLst>
          </p:cNvPr>
          <p:cNvSpPr txBox="1"/>
          <p:nvPr/>
        </p:nvSpPr>
        <p:spPr>
          <a:xfrm>
            <a:off x="299139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60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11934D63-9622-5C90-AEC9-482996BA4094}"/>
              </a:ext>
            </a:extLst>
          </p:cNvPr>
          <p:cNvSpPr txBox="1"/>
          <p:nvPr/>
        </p:nvSpPr>
        <p:spPr>
          <a:xfrm>
            <a:off x="335715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70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89E836AA-46D6-1AC5-60F9-AD3A86A4A238}"/>
              </a:ext>
            </a:extLst>
          </p:cNvPr>
          <p:cNvSpPr txBox="1"/>
          <p:nvPr/>
        </p:nvSpPr>
        <p:spPr>
          <a:xfrm>
            <a:off x="372291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</a:t>
            </a:r>
          </a:p>
        </p:txBody>
      </p:sp>
      <p:cxnSp>
        <p:nvCxnSpPr>
          <p:cNvPr id="89" name="Conector reto 88">
            <a:extLst>
              <a:ext uri="{FF2B5EF4-FFF2-40B4-BE49-F238E27FC236}">
                <a16:creationId xmlns:a16="http://schemas.microsoft.com/office/drawing/2014/main" id="{7B646F18-2919-0BB0-F2B9-24EF99A7C2D6}"/>
              </a:ext>
            </a:extLst>
          </p:cNvPr>
          <p:cNvCxnSpPr/>
          <p:nvPr/>
        </p:nvCxnSpPr>
        <p:spPr>
          <a:xfrm>
            <a:off x="4624253" y="7781001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0D485112-79AD-7EA1-5890-DFAD69D488F0}"/>
              </a:ext>
            </a:extLst>
          </p:cNvPr>
          <p:cNvSpPr txBox="1"/>
          <p:nvPr/>
        </p:nvSpPr>
        <p:spPr>
          <a:xfrm>
            <a:off x="408867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90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DD2005EE-BFB2-56D6-90B9-6F247BD383E3}"/>
              </a:ext>
            </a:extLst>
          </p:cNvPr>
          <p:cNvSpPr txBox="1"/>
          <p:nvPr/>
        </p:nvSpPr>
        <p:spPr>
          <a:xfrm>
            <a:off x="445443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C7072F48-56EB-6E2E-E801-CF80DF504A3C}"/>
              </a:ext>
            </a:extLst>
          </p:cNvPr>
          <p:cNvSpPr txBox="1"/>
          <p:nvPr/>
        </p:nvSpPr>
        <p:spPr>
          <a:xfrm>
            <a:off x="482019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110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AF97CE6F-3693-DFB8-A018-89F9F8190A63}"/>
              </a:ext>
            </a:extLst>
          </p:cNvPr>
          <p:cNvSpPr txBox="1"/>
          <p:nvPr/>
        </p:nvSpPr>
        <p:spPr>
          <a:xfrm>
            <a:off x="518595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120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2FEA7E8B-D3FF-FD01-8922-0F25CD51F664}"/>
              </a:ext>
            </a:extLst>
          </p:cNvPr>
          <p:cNvSpPr txBox="1"/>
          <p:nvPr/>
        </p:nvSpPr>
        <p:spPr>
          <a:xfrm>
            <a:off x="555171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130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D3370CE8-58A4-6229-249E-2DFE150355D8}"/>
              </a:ext>
            </a:extLst>
          </p:cNvPr>
          <p:cNvSpPr txBox="1"/>
          <p:nvPr/>
        </p:nvSpPr>
        <p:spPr>
          <a:xfrm>
            <a:off x="591747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140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998E9F75-EBD1-20CB-9494-E6965D2157C2}"/>
              </a:ext>
            </a:extLst>
          </p:cNvPr>
          <p:cNvSpPr txBox="1"/>
          <p:nvPr/>
        </p:nvSpPr>
        <p:spPr>
          <a:xfrm>
            <a:off x="6270174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150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F7756305-446D-EC18-1C15-E2958ADA8A06}"/>
              </a:ext>
            </a:extLst>
          </p:cNvPr>
          <p:cNvSpPr txBox="1"/>
          <p:nvPr/>
        </p:nvSpPr>
        <p:spPr>
          <a:xfrm>
            <a:off x="6635934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160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763802C9-65DD-5F1A-BCE3-8BF8E0E60949}"/>
              </a:ext>
            </a:extLst>
          </p:cNvPr>
          <p:cNvSpPr txBox="1"/>
          <p:nvPr/>
        </p:nvSpPr>
        <p:spPr>
          <a:xfrm>
            <a:off x="7001694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170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1AFF2C71-67BF-0465-5FAD-0DE107C78DA8}"/>
              </a:ext>
            </a:extLst>
          </p:cNvPr>
          <p:cNvSpPr txBox="1"/>
          <p:nvPr/>
        </p:nvSpPr>
        <p:spPr>
          <a:xfrm>
            <a:off x="476795" y="7234854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B53DF313-8F08-2284-93B9-F67FE662AFBF}"/>
              </a:ext>
            </a:extLst>
          </p:cNvPr>
          <p:cNvSpPr txBox="1"/>
          <p:nvPr/>
        </p:nvSpPr>
        <p:spPr>
          <a:xfrm>
            <a:off x="476795" y="6871584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E9420184-2651-C2A5-4B66-DA56CB4EFD12}"/>
              </a:ext>
            </a:extLst>
          </p:cNvPr>
          <p:cNvSpPr txBox="1"/>
          <p:nvPr/>
        </p:nvSpPr>
        <p:spPr>
          <a:xfrm>
            <a:off x="476795" y="6505817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30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E6DE1A4C-FC1A-FDC7-4FBC-3A32A99F896A}"/>
              </a:ext>
            </a:extLst>
          </p:cNvPr>
          <p:cNvSpPr txBox="1"/>
          <p:nvPr/>
        </p:nvSpPr>
        <p:spPr>
          <a:xfrm>
            <a:off x="476795" y="6135081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D05AB4FE-C011-4411-30C5-D522CC99BA0E}"/>
              </a:ext>
            </a:extLst>
          </p:cNvPr>
          <p:cNvSpPr txBox="1"/>
          <p:nvPr/>
        </p:nvSpPr>
        <p:spPr>
          <a:xfrm>
            <a:off x="476795" y="5769321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67709547-6B77-C82D-148F-03F9F6F55B1D}"/>
              </a:ext>
            </a:extLst>
          </p:cNvPr>
          <p:cNvSpPr txBox="1"/>
          <p:nvPr/>
        </p:nvSpPr>
        <p:spPr>
          <a:xfrm>
            <a:off x="476795" y="5415079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60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5F83AE74-57BA-9CA0-58DE-BF339DC38A9B}"/>
              </a:ext>
            </a:extLst>
          </p:cNvPr>
          <p:cNvSpPr txBox="1"/>
          <p:nvPr/>
        </p:nvSpPr>
        <p:spPr>
          <a:xfrm>
            <a:off x="476795" y="5037801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70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DB14B9AD-E9A2-BC98-91A5-CA991B61468E}"/>
              </a:ext>
            </a:extLst>
          </p:cNvPr>
          <p:cNvSpPr txBox="1"/>
          <p:nvPr/>
        </p:nvSpPr>
        <p:spPr>
          <a:xfrm>
            <a:off x="476795" y="4686044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7F0E76B0-F3BE-F7F3-0975-BEDFB6C46D28}"/>
              </a:ext>
            </a:extLst>
          </p:cNvPr>
          <p:cNvSpPr txBox="1"/>
          <p:nvPr/>
        </p:nvSpPr>
        <p:spPr>
          <a:xfrm>
            <a:off x="476795" y="4302248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90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3AB6E51D-9648-CA73-5721-6EA8695E1BDC}"/>
              </a:ext>
            </a:extLst>
          </p:cNvPr>
          <p:cNvSpPr txBox="1"/>
          <p:nvPr/>
        </p:nvSpPr>
        <p:spPr>
          <a:xfrm>
            <a:off x="476795" y="3951335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CB77291F-20B0-FA82-6EEE-6754F54388D8}"/>
              </a:ext>
            </a:extLst>
          </p:cNvPr>
          <p:cNvSpPr txBox="1"/>
          <p:nvPr/>
        </p:nvSpPr>
        <p:spPr>
          <a:xfrm>
            <a:off x="476795" y="3571556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110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3E10AFFB-6F8B-EE22-7CA2-B4124C6C5C99}"/>
              </a:ext>
            </a:extLst>
          </p:cNvPr>
          <p:cNvSpPr txBox="1"/>
          <p:nvPr/>
        </p:nvSpPr>
        <p:spPr>
          <a:xfrm>
            <a:off x="476795" y="3220519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120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F8E49508-3AD7-BCBC-A8F1-D3817414CA3C}"/>
              </a:ext>
            </a:extLst>
          </p:cNvPr>
          <p:cNvSpPr txBox="1"/>
          <p:nvPr/>
        </p:nvSpPr>
        <p:spPr>
          <a:xfrm>
            <a:off x="476795" y="2868648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130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9972909B-0953-F64B-E1D1-6C8F939F6029}"/>
              </a:ext>
            </a:extLst>
          </p:cNvPr>
          <p:cNvSpPr txBox="1"/>
          <p:nvPr/>
        </p:nvSpPr>
        <p:spPr>
          <a:xfrm>
            <a:off x="476795" y="2498019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140</a:t>
            </a: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C00FB13C-1997-F840-58E0-A724886481E8}"/>
              </a:ext>
            </a:extLst>
          </p:cNvPr>
          <p:cNvSpPr txBox="1"/>
          <p:nvPr/>
        </p:nvSpPr>
        <p:spPr>
          <a:xfrm>
            <a:off x="476795" y="2158387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150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63AB3BC7-E942-8860-525E-9A19F1EEDA57}"/>
              </a:ext>
            </a:extLst>
          </p:cNvPr>
          <p:cNvSpPr txBox="1"/>
          <p:nvPr/>
        </p:nvSpPr>
        <p:spPr>
          <a:xfrm>
            <a:off x="7857307" y="7624035"/>
            <a:ext cx="54864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R$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349308A0-97DA-B732-3682-32AAD1B63337}"/>
              </a:ext>
            </a:extLst>
          </p:cNvPr>
          <p:cNvSpPr txBox="1"/>
          <p:nvPr/>
        </p:nvSpPr>
        <p:spPr>
          <a:xfrm>
            <a:off x="744583" y="1428193"/>
            <a:ext cx="54864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GB</a:t>
            </a:r>
          </a:p>
        </p:txBody>
      </p:sp>
      <p:sp>
        <p:nvSpPr>
          <p:cNvPr id="129" name="Elipse 128">
            <a:extLst>
              <a:ext uri="{FF2B5EF4-FFF2-40B4-BE49-F238E27FC236}">
                <a16:creationId xmlns:a16="http://schemas.microsoft.com/office/drawing/2014/main" id="{5D578C42-6E92-7526-5312-E5156AB9803C}"/>
              </a:ext>
            </a:extLst>
          </p:cNvPr>
          <p:cNvSpPr/>
          <p:nvPr/>
        </p:nvSpPr>
        <p:spPr>
          <a:xfrm>
            <a:off x="14931360" y="1149530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30" name="Elipse 129">
            <a:extLst>
              <a:ext uri="{FF2B5EF4-FFF2-40B4-BE49-F238E27FC236}">
                <a16:creationId xmlns:a16="http://schemas.microsoft.com/office/drawing/2014/main" id="{DD3B1662-F5ED-6C2C-61EE-229062190151}"/>
              </a:ext>
            </a:extLst>
          </p:cNvPr>
          <p:cNvSpPr/>
          <p:nvPr/>
        </p:nvSpPr>
        <p:spPr>
          <a:xfrm>
            <a:off x="14931360" y="1751450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D74A82BA-82F9-DCA0-CE3A-852A79939115}"/>
              </a:ext>
            </a:extLst>
          </p:cNvPr>
          <p:cNvSpPr/>
          <p:nvPr/>
        </p:nvSpPr>
        <p:spPr>
          <a:xfrm>
            <a:off x="14931360" y="1410791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E4BE1B46-C7B9-E0F7-617F-11AA9C726C27}"/>
              </a:ext>
            </a:extLst>
          </p:cNvPr>
          <p:cNvSpPr/>
          <p:nvPr/>
        </p:nvSpPr>
        <p:spPr>
          <a:xfrm>
            <a:off x="14931360" y="2143339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3" name="Elipse 202">
            <a:extLst>
              <a:ext uri="{FF2B5EF4-FFF2-40B4-BE49-F238E27FC236}">
                <a16:creationId xmlns:a16="http://schemas.microsoft.com/office/drawing/2014/main" id="{C7AF874A-9D91-F8D1-51FB-20A786854C4C}"/>
              </a:ext>
            </a:extLst>
          </p:cNvPr>
          <p:cNvSpPr/>
          <p:nvPr/>
        </p:nvSpPr>
        <p:spPr>
          <a:xfrm>
            <a:off x="14931360" y="2782392"/>
            <a:ext cx="129600" cy="129600"/>
          </a:xfrm>
          <a:prstGeom prst="ellipse">
            <a:avLst/>
          </a:prstGeom>
          <a:solidFill>
            <a:srgbClr val="FF6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4" name="Elipse 203">
            <a:extLst>
              <a:ext uri="{FF2B5EF4-FFF2-40B4-BE49-F238E27FC236}">
                <a16:creationId xmlns:a16="http://schemas.microsoft.com/office/drawing/2014/main" id="{482A84AD-3078-F9C7-4D9F-1629AF37729F}"/>
              </a:ext>
            </a:extLst>
          </p:cNvPr>
          <p:cNvSpPr/>
          <p:nvPr/>
        </p:nvSpPr>
        <p:spPr>
          <a:xfrm>
            <a:off x="14931360" y="3148152"/>
            <a:ext cx="129600" cy="129600"/>
          </a:xfrm>
          <a:prstGeom prst="ellipse">
            <a:avLst/>
          </a:prstGeom>
          <a:solidFill>
            <a:srgbClr val="FF68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5" name="Elipse 204">
            <a:extLst>
              <a:ext uri="{FF2B5EF4-FFF2-40B4-BE49-F238E27FC236}">
                <a16:creationId xmlns:a16="http://schemas.microsoft.com/office/drawing/2014/main" id="{C4C4FE65-F18F-8964-3913-AB980A9D02AD}"/>
              </a:ext>
            </a:extLst>
          </p:cNvPr>
          <p:cNvSpPr/>
          <p:nvPr/>
        </p:nvSpPr>
        <p:spPr>
          <a:xfrm>
            <a:off x="2835155" y="5847234"/>
            <a:ext cx="129600" cy="129600"/>
          </a:xfrm>
          <a:prstGeom prst="ellipse">
            <a:avLst/>
          </a:prstGeom>
          <a:solidFill>
            <a:srgbClr val="FF6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7" name="Elipse 206">
            <a:extLst>
              <a:ext uri="{FF2B5EF4-FFF2-40B4-BE49-F238E27FC236}">
                <a16:creationId xmlns:a16="http://schemas.microsoft.com/office/drawing/2014/main" id="{76C73603-8ED7-A5DC-AAF9-5F1AAB018191}"/>
              </a:ext>
            </a:extLst>
          </p:cNvPr>
          <p:cNvSpPr/>
          <p:nvPr/>
        </p:nvSpPr>
        <p:spPr>
          <a:xfrm>
            <a:off x="3931921" y="4019416"/>
            <a:ext cx="129600" cy="129600"/>
          </a:xfrm>
          <a:prstGeom prst="ellipse">
            <a:avLst/>
          </a:prstGeom>
          <a:solidFill>
            <a:srgbClr val="FF6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14" name="CaixaDeTexto 213">
            <a:extLst>
              <a:ext uri="{FF2B5EF4-FFF2-40B4-BE49-F238E27FC236}">
                <a16:creationId xmlns:a16="http://schemas.microsoft.com/office/drawing/2014/main" id="{2505363A-69A5-632C-13B3-C5AE2D91277B}"/>
              </a:ext>
            </a:extLst>
          </p:cNvPr>
          <p:cNvSpPr txBox="1"/>
          <p:nvPr/>
        </p:nvSpPr>
        <p:spPr>
          <a:xfrm>
            <a:off x="1018908" y="6680601"/>
            <a:ext cx="54864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Pré</a:t>
            </a:r>
            <a:endParaRPr lang="pt-BR" sz="132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6" name="CaixaDeTexto 215">
            <a:extLst>
              <a:ext uri="{FF2B5EF4-FFF2-40B4-BE49-F238E27FC236}">
                <a16:creationId xmlns:a16="http://schemas.microsoft.com/office/drawing/2014/main" id="{60C19778-88AE-1083-E197-00EF031385B1}"/>
              </a:ext>
            </a:extLst>
          </p:cNvPr>
          <p:cNvSpPr txBox="1"/>
          <p:nvPr/>
        </p:nvSpPr>
        <p:spPr>
          <a:xfrm>
            <a:off x="1058101" y="5821149"/>
            <a:ext cx="875204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Controle</a:t>
            </a:r>
          </a:p>
        </p:txBody>
      </p:sp>
      <p:sp>
        <p:nvSpPr>
          <p:cNvPr id="217" name="CaixaDeTexto 216">
            <a:extLst>
              <a:ext uri="{FF2B5EF4-FFF2-40B4-BE49-F238E27FC236}">
                <a16:creationId xmlns:a16="http://schemas.microsoft.com/office/drawing/2014/main" id="{C5B0FE26-3928-EA09-4441-BEC8744FF373}"/>
              </a:ext>
            </a:extLst>
          </p:cNvPr>
          <p:cNvSpPr txBox="1"/>
          <p:nvPr/>
        </p:nvSpPr>
        <p:spPr>
          <a:xfrm>
            <a:off x="1018908" y="2098451"/>
            <a:ext cx="54864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Pós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9DDB0A-75DA-D257-A10A-4B97112964A4}"/>
              </a:ext>
            </a:extLst>
          </p:cNvPr>
          <p:cNvSpPr txBox="1"/>
          <p:nvPr/>
        </p:nvSpPr>
        <p:spPr>
          <a:xfrm>
            <a:off x="2648950" y="5211946"/>
            <a:ext cx="101125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50GB</a:t>
            </a:r>
          </a:p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R$ 49,99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7E6E8D1-3A5C-FC53-2E37-02E84B674B06}"/>
              </a:ext>
            </a:extLst>
          </p:cNvPr>
          <p:cNvSpPr txBox="1"/>
          <p:nvPr/>
        </p:nvSpPr>
        <p:spPr>
          <a:xfrm>
            <a:off x="3648664" y="3519391"/>
            <a:ext cx="101125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100GB</a:t>
            </a:r>
          </a:p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R$ 79,99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17585D3E-F9E7-B27F-F132-EFD07AA1A482}"/>
              </a:ext>
            </a:extLst>
          </p:cNvPr>
          <p:cNvSpPr/>
          <p:nvPr/>
        </p:nvSpPr>
        <p:spPr>
          <a:xfrm>
            <a:off x="244302" y="42838"/>
            <a:ext cx="6940272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Análise da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Concorrência</a:t>
            </a:r>
            <a:endParaRPr lang="en-US" sz="41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4F3EF440-7B8E-67DA-58EA-1EBAD9DD8B5F}"/>
              </a:ext>
            </a:extLst>
          </p:cNvPr>
          <p:cNvSpPr/>
          <p:nvPr/>
        </p:nvSpPr>
        <p:spPr>
          <a:xfrm>
            <a:off x="244301" y="621914"/>
            <a:ext cx="7109573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32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Planos</a:t>
            </a: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e </a:t>
            </a:r>
            <a:r>
              <a:rPr lang="en-US" sz="32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Ofertas</a:t>
            </a: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– </a:t>
            </a:r>
            <a:r>
              <a:rPr lang="en-US" sz="3200" b="1" dirty="0">
                <a:solidFill>
                  <a:srgbClr val="FF68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Alone</a:t>
            </a:r>
            <a:endParaRPr lang="en-US" sz="3200" b="1" dirty="0">
              <a:solidFill>
                <a:srgbClr val="FF6800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22D1D226-760B-6782-EC79-BA93AFF85DE3}"/>
              </a:ext>
            </a:extLst>
          </p:cNvPr>
          <p:cNvSpPr/>
          <p:nvPr/>
        </p:nvSpPr>
        <p:spPr>
          <a:xfrm>
            <a:off x="14931360" y="3640075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cxnSp>
        <p:nvCxnSpPr>
          <p:cNvPr id="171" name="Conector reto 170">
            <a:extLst>
              <a:ext uri="{FF2B5EF4-FFF2-40B4-BE49-F238E27FC236}">
                <a16:creationId xmlns:a16="http://schemas.microsoft.com/office/drawing/2014/main" id="{48191FB0-095B-BCE9-8F69-9C12E2FFFB24}"/>
              </a:ext>
            </a:extLst>
          </p:cNvPr>
          <p:cNvCxnSpPr>
            <a:cxnSpLocks/>
          </p:cNvCxnSpPr>
          <p:nvPr/>
        </p:nvCxnSpPr>
        <p:spPr>
          <a:xfrm>
            <a:off x="8544691" y="1428193"/>
            <a:ext cx="0" cy="6432949"/>
          </a:xfrm>
          <a:prstGeom prst="line">
            <a:avLst/>
          </a:prstGeom>
          <a:ln>
            <a:solidFill>
              <a:srgbClr val="FF68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Seta: Divisa 171">
            <a:extLst>
              <a:ext uri="{FF2B5EF4-FFF2-40B4-BE49-F238E27FC236}">
                <a16:creationId xmlns:a16="http://schemas.microsoft.com/office/drawing/2014/main" id="{ACFA6DB2-7F2B-0527-26F1-D312D7013972}"/>
              </a:ext>
            </a:extLst>
          </p:cNvPr>
          <p:cNvSpPr/>
          <p:nvPr/>
        </p:nvSpPr>
        <p:spPr>
          <a:xfrm>
            <a:off x="8405223" y="4625063"/>
            <a:ext cx="334647" cy="274786"/>
          </a:xfrm>
          <a:prstGeom prst="chevron">
            <a:avLst/>
          </a:prstGeom>
          <a:solidFill>
            <a:srgbClr val="FF6800"/>
          </a:solidFill>
          <a:ln>
            <a:solidFill>
              <a:srgbClr val="FF6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75" name="Text 0">
            <a:extLst>
              <a:ext uri="{FF2B5EF4-FFF2-40B4-BE49-F238E27FC236}">
                <a16:creationId xmlns:a16="http://schemas.microsoft.com/office/drawing/2014/main" id="{F99CC7B0-36D6-D379-9A97-44DCA0959885}"/>
              </a:ext>
            </a:extLst>
          </p:cNvPr>
          <p:cNvSpPr/>
          <p:nvPr/>
        </p:nvSpPr>
        <p:spPr>
          <a:xfrm>
            <a:off x="9654290" y="42838"/>
            <a:ext cx="4575894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2000" b="1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Ofertas</a:t>
            </a: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2000" b="1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Concorrência</a:t>
            </a:r>
            <a:endParaRPr lang="en-US" sz="2000" b="1" dirty="0">
              <a:solidFill>
                <a:srgbClr val="FF6800"/>
              </a:solidFill>
            </a:endParaRPr>
          </a:p>
        </p:txBody>
      </p:sp>
      <p:sp>
        <p:nvSpPr>
          <p:cNvPr id="176" name="Elipse 175">
            <a:extLst>
              <a:ext uri="{FF2B5EF4-FFF2-40B4-BE49-F238E27FC236}">
                <a16:creationId xmlns:a16="http://schemas.microsoft.com/office/drawing/2014/main" id="{82AF0927-C155-324C-D5A9-A2055999CD84}"/>
              </a:ext>
            </a:extLst>
          </p:cNvPr>
          <p:cNvSpPr/>
          <p:nvPr/>
        </p:nvSpPr>
        <p:spPr>
          <a:xfrm>
            <a:off x="2838210" y="4019416"/>
            <a:ext cx="129600" cy="129600"/>
          </a:xfrm>
          <a:prstGeom prst="ellipse">
            <a:avLst/>
          </a:prstGeom>
          <a:solidFill>
            <a:srgbClr val="FF6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77" name="CaixaDeTexto 176">
            <a:extLst>
              <a:ext uri="{FF2B5EF4-FFF2-40B4-BE49-F238E27FC236}">
                <a16:creationId xmlns:a16="http://schemas.microsoft.com/office/drawing/2014/main" id="{1B7B4AAA-F1AE-40E9-41DD-CEF3D8EBE0F8}"/>
              </a:ext>
            </a:extLst>
          </p:cNvPr>
          <p:cNvSpPr txBox="1"/>
          <p:nvPr/>
        </p:nvSpPr>
        <p:spPr>
          <a:xfrm>
            <a:off x="2123059" y="3556600"/>
            <a:ext cx="101125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100GB</a:t>
            </a:r>
          </a:p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R$ 49,99</a:t>
            </a:r>
          </a:p>
        </p:txBody>
      </p:sp>
      <p:cxnSp>
        <p:nvCxnSpPr>
          <p:cNvPr id="183" name="Conector reto 182">
            <a:extLst>
              <a:ext uri="{FF2B5EF4-FFF2-40B4-BE49-F238E27FC236}">
                <a16:creationId xmlns:a16="http://schemas.microsoft.com/office/drawing/2014/main" id="{51DB07C2-8B27-2007-AD6B-61F72FE411E5}"/>
              </a:ext>
            </a:extLst>
          </p:cNvPr>
          <p:cNvCxnSpPr>
            <a:cxnSpLocks/>
          </p:cNvCxnSpPr>
          <p:nvPr/>
        </p:nvCxnSpPr>
        <p:spPr>
          <a:xfrm flipH="1">
            <a:off x="2864395" y="5727459"/>
            <a:ext cx="127000" cy="212622"/>
          </a:xfrm>
          <a:prstGeom prst="line">
            <a:avLst/>
          </a:prstGeom>
          <a:ln>
            <a:solidFill>
              <a:srgbClr val="FF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Text 0">
            <a:extLst>
              <a:ext uri="{FF2B5EF4-FFF2-40B4-BE49-F238E27FC236}">
                <a16:creationId xmlns:a16="http://schemas.microsoft.com/office/drawing/2014/main" id="{87DE20A2-185D-D097-2411-691B46FC33F6}"/>
              </a:ext>
            </a:extLst>
          </p:cNvPr>
          <p:cNvSpPr/>
          <p:nvPr/>
        </p:nvSpPr>
        <p:spPr>
          <a:xfrm>
            <a:off x="2521130" y="2511400"/>
            <a:ext cx="1841863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2000" b="1" dirty="0" err="1">
                <a:solidFill>
                  <a:srgbClr val="FF0000"/>
                </a:solidFill>
                <a:latin typeface="PT Serif" pitchFamily="34" charset="0"/>
              </a:rPr>
              <a:t>Incomparável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48F32354-BE72-F38B-41ED-7CDD1C132C55}"/>
              </a:ext>
            </a:extLst>
          </p:cNvPr>
          <p:cNvSpPr/>
          <p:nvPr/>
        </p:nvSpPr>
        <p:spPr>
          <a:xfrm>
            <a:off x="3206066" y="6581658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33382BA0-8201-C9E4-E490-477F39A51C14}"/>
              </a:ext>
            </a:extLst>
          </p:cNvPr>
          <p:cNvSpPr/>
          <p:nvPr/>
        </p:nvSpPr>
        <p:spPr>
          <a:xfrm>
            <a:off x="2838210" y="6046320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73" name="Elipse 172">
            <a:extLst>
              <a:ext uri="{FF2B5EF4-FFF2-40B4-BE49-F238E27FC236}">
                <a16:creationId xmlns:a16="http://schemas.microsoft.com/office/drawing/2014/main" id="{65CC8D99-C855-B46F-1CC1-E1279A43EED5}"/>
              </a:ext>
            </a:extLst>
          </p:cNvPr>
          <p:cNvSpPr/>
          <p:nvPr/>
        </p:nvSpPr>
        <p:spPr>
          <a:xfrm>
            <a:off x="3194914" y="6010224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74" name="Elipse 173">
            <a:extLst>
              <a:ext uri="{FF2B5EF4-FFF2-40B4-BE49-F238E27FC236}">
                <a16:creationId xmlns:a16="http://schemas.microsoft.com/office/drawing/2014/main" id="{0DA1BD38-52A5-4126-8EE2-D48413AA6EA1}"/>
              </a:ext>
            </a:extLst>
          </p:cNvPr>
          <p:cNvSpPr/>
          <p:nvPr/>
        </p:nvSpPr>
        <p:spPr>
          <a:xfrm>
            <a:off x="3565092" y="5727459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81" name="Elipse 180">
            <a:extLst>
              <a:ext uri="{FF2B5EF4-FFF2-40B4-BE49-F238E27FC236}">
                <a16:creationId xmlns:a16="http://schemas.microsoft.com/office/drawing/2014/main" id="{B5E3082D-9E60-A15F-95F4-E39EC43222C8}"/>
              </a:ext>
            </a:extLst>
          </p:cNvPr>
          <p:cNvSpPr/>
          <p:nvPr/>
        </p:nvSpPr>
        <p:spPr>
          <a:xfrm>
            <a:off x="5773783" y="5176096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84" name="Elipse 183">
            <a:extLst>
              <a:ext uri="{FF2B5EF4-FFF2-40B4-BE49-F238E27FC236}">
                <a16:creationId xmlns:a16="http://schemas.microsoft.com/office/drawing/2014/main" id="{E594ABAA-6969-95CD-A8B7-A94CAE6CDD4F}"/>
              </a:ext>
            </a:extLst>
          </p:cNvPr>
          <p:cNvSpPr/>
          <p:nvPr/>
        </p:nvSpPr>
        <p:spPr>
          <a:xfrm>
            <a:off x="6427955" y="4802670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88" name="Elipse 187">
            <a:extLst>
              <a:ext uri="{FF2B5EF4-FFF2-40B4-BE49-F238E27FC236}">
                <a16:creationId xmlns:a16="http://schemas.microsoft.com/office/drawing/2014/main" id="{0102C09F-6CCA-A43B-20AD-B41EB9E12FF4}"/>
              </a:ext>
            </a:extLst>
          </p:cNvPr>
          <p:cNvSpPr/>
          <p:nvPr/>
        </p:nvSpPr>
        <p:spPr>
          <a:xfrm>
            <a:off x="7238368" y="3653656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89" name="Elipse 188">
            <a:extLst>
              <a:ext uri="{FF2B5EF4-FFF2-40B4-BE49-F238E27FC236}">
                <a16:creationId xmlns:a16="http://schemas.microsoft.com/office/drawing/2014/main" id="{D8DC8FCA-63BB-91F9-8B2C-024200EB8F4C}"/>
              </a:ext>
            </a:extLst>
          </p:cNvPr>
          <p:cNvSpPr/>
          <p:nvPr/>
        </p:nvSpPr>
        <p:spPr>
          <a:xfrm>
            <a:off x="2099120" y="7112920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0" name="Elipse 189">
            <a:extLst>
              <a:ext uri="{FF2B5EF4-FFF2-40B4-BE49-F238E27FC236}">
                <a16:creationId xmlns:a16="http://schemas.microsoft.com/office/drawing/2014/main" id="{87B2A66D-C5B3-CD41-014D-1ABAB6828BBE}"/>
              </a:ext>
            </a:extLst>
          </p:cNvPr>
          <p:cNvSpPr/>
          <p:nvPr/>
        </p:nvSpPr>
        <p:spPr>
          <a:xfrm>
            <a:off x="6858515" y="3653656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1" name="Elipse 190">
            <a:extLst>
              <a:ext uri="{FF2B5EF4-FFF2-40B4-BE49-F238E27FC236}">
                <a16:creationId xmlns:a16="http://schemas.microsoft.com/office/drawing/2014/main" id="{CF2B19FB-5516-55C7-D4D3-7E4C9F6C1F45}"/>
              </a:ext>
            </a:extLst>
          </p:cNvPr>
          <p:cNvSpPr/>
          <p:nvPr/>
        </p:nvSpPr>
        <p:spPr>
          <a:xfrm>
            <a:off x="5335832" y="5211946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2" name="Elipse 191">
            <a:extLst>
              <a:ext uri="{FF2B5EF4-FFF2-40B4-BE49-F238E27FC236}">
                <a16:creationId xmlns:a16="http://schemas.microsoft.com/office/drawing/2014/main" id="{26C4FCAA-B1E9-C2E7-7E6F-D425A61BAAF7}"/>
              </a:ext>
            </a:extLst>
          </p:cNvPr>
          <p:cNvSpPr/>
          <p:nvPr/>
        </p:nvSpPr>
        <p:spPr>
          <a:xfrm>
            <a:off x="6315548" y="4738629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3" name="Elipse 192">
            <a:extLst>
              <a:ext uri="{FF2B5EF4-FFF2-40B4-BE49-F238E27FC236}">
                <a16:creationId xmlns:a16="http://schemas.microsoft.com/office/drawing/2014/main" id="{CA9995F0-C6C0-5721-BE7E-98FB30C712DD}"/>
              </a:ext>
            </a:extLst>
          </p:cNvPr>
          <p:cNvSpPr/>
          <p:nvPr/>
        </p:nvSpPr>
        <p:spPr>
          <a:xfrm>
            <a:off x="6976595" y="3889816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5" name="Elipse 194">
            <a:extLst>
              <a:ext uri="{FF2B5EF4-FFF2-40B4-BE49-F238E27FC236}">
                <a16:creationId xmlns:a16="http://schemas.microsoft.com/office/drawing/2014/main" id="{2E200F7D-D31F-C970-4F0B-AA545E0D0579}"/>
              </a:ext>
            </a:extLst>
          </p:cNvPr>
          <p:cNvSpPr/>
          <p:nvPr/>
        </p:nvSpPr>
        <p:spPr>
          <a:xfrm>
            <a:off x="2092245" y="6930156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7" name="Elipse 196">
            <a:extLst>
              <a:ext uri="{FF2B5EF4-FFF2-40B4-BE49-F238E27FC236}">
                <a16:creationId xmlns:a16="http://schemas.microsoft.com/office/drawing/2014/main" id="{F3732929-41C5-AE1A-C3FE-DD44A2C2AD2C}"/>
              </a:ext>
            </a:extLst>
          </p:cNvPr>
          <p:cNvSpPr/>
          <p:nvPr/>
        </p:nvSpPr>
        <p:spPr>
          <a:xfrm>
            <a:off x="2099120" y="6600163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8" name="Elipse 197">
            <a:extLst>
              <a:ext uri="{FF2B5EF4-FFF2-40B4-BE49-F238E27FC236}">
                <a16:creationId xmlns:a16="http://schemas.microsoft.com/office/drawing/2014/main" id="{3D21E25E-0F8C-7B1A-ACD9-7E0C5DA7CADD}"/>
              </a:ext>
            </a:extLst>
          </p:cNvPr>
          <p:cNvSpPr/>
          <p:nvPr/>
        </p:nvSpPr>
        <p:spPr>
          <a:xfrm>
            <a:off x="2469395" y="6282480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9" name="Elipse 198">
            <a:extLst>
              <a:ext uri="{FF2B5EF4-FFF2-40B4-BE49-F238E27FC236}">
                <a16:creationId xmlns:a16="http://schemas.microsoft.com/office/drawing/2014/main" id="{87D84772-2F85-0794-A045-9C05567BEC9F}"/>
              </a:ext>
            </a:extLst>
          </p:cNvPr>
          <p:cNvSpPr/>
          <p:nvPr/>
        </p:nvSpPr>
        <p:spPr>
          <a:xfrm>
            <a:off x="3194914" y="5912525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0" name="Elipse 199">
            <a:extLst>
              <a:ext uri="{FF2B5EF4-FFF2-40B4-BE49-F238E27FC236}">
                <a16:creationId xmlns:a16="http://schemas.microsoft.com/office/drawing/2014/main" id="{F7ADE3FB-879C-4CE4-799D-13DE69C203F8}"/>
              </a:ext>
            </a:extLst>
          </p:cNvPr>
          <p:cNvSpPr/>
          <p:nvPr/>
        </p:nvSpPr>
        <p:spPr>
          <a:xfrm>
            <a:off x="3867635" y="5482457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1" name="Elipse 200">
            <a:extLst>
              <a:ext uri="{FF2B5EF4-FFF2-40B4-BE49-F238E27FC236}">
                <a16:creationId xmlns:a16="http://schemas.microsoft.com/office/drawing/2014/main" id="{333AE6F4-021E-DF37-E885-62B709A6507A}"/>
              </a:ext>
            </a:extLst>
          </p:cNvPr>
          <p:cNvSpPr/>
          <p:nvPr/>
        </p:nvSpPr>
        <p:spPr>
          <a:xfrm>
            <a:off x="4298193" y="5482457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2" name="Elipse 201">
            <a:extLst>
              <a:ext uri="{FF2B5EF4-FFF2-40B4-BE49-F238E27FC236}">
                <a16:creationId xmlns:a16="http://schemas.microsoft.com/office/drawing/2014/main" id="{BE7B00A4-B68E-E4E2-09FB-782BBF1EE275}"/>
              </a:ext>
            </a:extLst>
          </p:cNvPr>
          <p:cNvSpPr/>
          <p:nvPr/>
        </p:nvSpPr>
        <p:spPr>
          <a:xfrm>
            <a:off x="6506334" y="5482457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6" name="Elipse 205">
            <a:extLst>
              <a:ext uri="{FF2B5EF4-FFF2-40B4-BE49-F238E27FC236}">
                <a16:creationId xmlns:a16="http://schemas.microsoft.com/office/drawing/2014/main" id="{08A74528-2D6E-BD09-C01E-71475C4FBDE7}"/>
              </a:ext>
            </a:extLst>
          </p:cNvPr>
          <p:cNvSpPr/>
          <p:nvPr/>
        </p:nvSpPr>
        <p:spPr>
          <a:xfrm>
            <a:off x="6976595" y="5482457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9" name="Elipse 208">
            <a:extLst>
              <a:ext uri="{FF2B5EF4-FFF2-40B4-BE49-F238E27FC236}">
                <a16:creationId xmlns:a16="http://schemas.microsoft.com/office/drawing/2014/main" id="{A089F6E2-7B14-91BF-111B-DF6697511298}"/>
              </a:ext>
            </a:extLst>
          </p:cNvPr>
          <p:cNvSpPr/>
          <p:nvPr/>
        </p:nvSpPr>
        <p:spPr>
          <a:xfrm>
            <a:off x="2092245" y="6855068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15" name="Elipse 214">
            <a:extLst>
              <a:ext uri="{FF2B5EF4-FFF2-40B4-BE49-F238E27FC236}">
                <a16:creationId xmlns:a16="http://schemas.microsoft.com/office/drawing/2014/main" id="{0A52DCD1-B06A-378C-C175-4AD17B20A900}"/>
              </a:ext>
            </a:extLst>
          </p:cNvPr>
          <p:cNvSpPr/>
          <p:nvPr/>
        </p:nvSpPr>
        <p:spPr>
          <a:xfrm>
            <a:off x="3200915" y="6282480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18" name="Elipse 217">
            <a:extLst>
              <a:ext uri="{FF2B5EF4-FFF2-40B4-BE49-F238E27FC236}">
                <a16:creationId xmlns:a16="http://schemas.microsoft.com/office/drawing/2014/main" id="{AACD2D4E-BB3D-21BC-CF35-456A33AE5BE9}"/>
              </a:ext>
            </a:extLst>
          </p:cNvPr>
          <p:cNvSpPr/>
          <p:nvPr/>
        </p:nvSpPr>
        <p:spPr>
          <a:xfrm>
            <a:off x="3565092" y="6042125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19" name="Elipse 218">
            <a:extLst>
              <a:ext uri="{FF2B5EF4-FFF2-40B4-BE49-F238E27FC236}">
                <a16:creationId xmlns:a16="http://schemas.microsoft.com/office/drawing/2014/main" id="{0A9C8E30-8D33-D5DD-B82F-CF0E8DA76482}"/>
              </a:ext>
            </a:extLst>
          </p:cNvPr>
          <p:cNvSpPr/>
          <p:nvPr/>
        </p:nvSpPr>
        <p:spPr>
          <a:xfrm>
            <a:off x="4663954" y="6391059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20" name="Elipse 219">
            <a:extLst>
              <a:ext uri="{FF2B5EF4-FFF2-40B4-BE49-F238E27FC236}">
                <a16:creationId xmlns:a16="http://schemas.microsoft.com/office/drawing/2014/main" id="{A2AC621B-1095-056B-270F-246F2BA1D29D}"/>
              </a:ext>
            </a:extLst>
          </p:cNvPr>
          <p:cNvSpPr/>
          <p:nvPr/>
        </p:nvSpPr>
        <p:spPr>
          <a:xfrm>
            <a:off x="2652275" y="6463481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21" name="Elipse 220">
            <a:extLst>
              <a:ext uri="{FF2B5EF4-FFF2-40B4-BE49-F238E27FC236}">
                <a16:creationId xmlns:a16="http://schemas.microsoft.com/office/drawing/2014/main" id="{6EB54D8B-310F-3E2B-6F7A-8E2955197BA2}"/>
              </a:ext>
            </a:extLst>
          </p:cNvPr>
          <p:cNvSpPr/>
          <p:nvPr/>
        </p:nvSpPr>
        <p:spPr>
          <a:xfrm>
            <a:off x="5395474" y="5912034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23" name="Elipse 222">
            <a:extLst>
              <a:ext uri="{FF2B5EF4-FFF2-40B4-BE49-F238E27FC236}">
                <a16:creationId xmlns:a16="http://schemas.microsoft.com/office/drawing/2014/main" id="{F3BA1D8F-BF90-2228-FA36-D1AC7EE7D6F9}"/>
              </a:ext>
            </a:extLst>
          </p:cNvPr>
          <p:cNvSpPr/>
          <p:nvPr/>
        </p:nvSpPr>
        <p:spPr>
          <a:xfrm>
            <a:off x="5578355" y="5912034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24" name="Elipse 223">
            <a:extLst>
              <a:ext uri="{FF2B5EF4-FFF2-40B4-BE49-F238E27FC236}">
                <a16:creationId xmlns:a16="http://schemas.microsoft.com/office/drawing/2014/main" id="{505E63E9-195C-D80C-308B-DACBD90FF4D6}"/>
              </a:ext>
            </a:extLst>
          </p:cNvPr>
          <p:cNvSpPr/>
          <p:nvPr/>
        </p:nvSpPr>
        <p:spPr>
          <a:xfrm>
            <a:off x="7041395" y="5912034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25" name="Elipse 224">
            <a:extLst>
              <a:ext uri="{FF2B5EF4-FFF2-40B4-BE49-F238E27FC236}">
                <a16:creationId xmlns:a16="http://schemas.microsoft.com/office/drawing/2014/main" id="{1738A0E5-8456-D10D-622F-31F508F61487}"/>
              </a:ext>
            </a:extLst>
          </p:cNvPr>
          <p:cNvSpPr/>
          <p:nvPr/>
        </p:nvSpPr>
        <p:spPr>
          <a:xfrm>
            <a:off x="7407148" y="4019416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pic>
        <p:nvPicPr>
          <p:cNvPr id="226" name="Imagem 225">
            <a:extLst>
              <a:ext uri="{FF2B5EF4-FFF2-40B4-BE49-F238E27FC236}">
                <a16:creationId xmlns:a16="http://schemas.microsoft.com/office/drawing/2014/main" id="{EA11DA96-85E9-F61E-EEB1-0455648D75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054" y="622300"/>
            <a:ext cx="4318543" cy="7492740"/>
          </a:xfrm>
          <a:prstGeom prst="rect">
            <a:avLst/>
          </a:prstGeom>
        </p:spPr>
      </p:pic>
      <p:sp>
        <p:nvSpPr>
          <p:cNvPr id="227" name="Elipse 226">
            <a:extLst>
              <a:ext uri="{FF2B5EF4-FFF2-40B4-BE49-F238E27FC236}">
                <a16:creationId xmlns:a16="http://schemas.microsoft.com/office/drawing/2014/main" id="{D64A40A9-D75E-F2EF-7683-C799E6B9FFD7}"/>
              </a:ext>
            </a:extLst>
          </p:cNvPr>
          <p:cNvSpPr/>
          <p:nvPr/>
        </p:nvSpPr>
        <p:spPr>
          <a:xfrm>
            <a:off x="9678354" y="997454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28" name="Elipse 227">
            <a:extLst>
              <a:ext uri="{FF2B5EF4-FFF2-40B4-BE49-F238E27FC236}">
                <a16:creationId xmlns:a16="http://schemas.microsoft.com/office/drawing/2014/main" id="{8FE10E59-E85D-8CEF-0CFA-4EB0BB4F4F7B}"/>
              </a:ext>
            </a:extLst>
          </p:cNvPr>
          <p:cNvSpPr/>
          <p:nvPr/>
        </p:nvSpPr>
        <p:spPr>
          <a:xfrm>
            <a:off x="9678354" y="1195092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29" name="Elipse 228">
            <a:extLst>
              <a:ext uri="{FF2B5EF4-FFF2-40B4-BE49-F238E27FC236}">
                <a16:creationId xmlns:a16="http://schemas.microsoft.com/office/drawing/2014/main" id="{5C0ADD6C-CE46-AB33-1C1F-2E90061EFD81}"/>
              </a:ext>
            </a:extLst>
          </p:cNvPr>
          <p:cNvSpPr/>
          <p:nvPr/>
        </p:nvSpPr>
        <p:spPr>
          <a:xfrm>
            <a:off x="9678354" y="1392730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0" name="Elipse 229">
            <a:extLst>
              <a:ext uri="{FF2B5EF4-FFF2-40B4-BE49-F238E27FC236}">
                <a16:creationId xmlns:a16="http://schemas.microsoft.com/office/drawing/2014/main" id="{9DFCA433-AE34-4479-24D7-6AA806A9D572}"/>
              </a:ext>
            </a:extLst>
          </p:cNvPr>
          <p:cNvSpPr/>
          <p:nvPr/>
        </p:nvSpPr>
        <p:spPr>
          <a:xfrm>
            <a:off x="9678354" y="1590368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1" name="Elipse 230">
            <a:extLst>
              <a:ext uri="{FF2B5EF4-FFF2-40B4-BE49-F238E27FC236}">
                <a16:creationId xmlns:a16="http://schemas.microsoft.com/office/drawing/2014/main" id="{48794287-7772-0B99-37AE-5614DD579A88}"/>
              </a:ext>
            </a:extLst>
          </p:cNvPr>
          <p:cNvSpPr/>
          <p:nvPr/>
        </p:nvSpPr>
        <p:spPr>
          <a:xfrm>
            <a:off x="9678354" y="1788006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2" name="Elipse 231">
            <a:extLst>
              <a:ext uri="{FF2B5EF4-FFF2-40B4-BE49-F238E27FC236}">
                <a16:creationId xmlns:a16="http://schemas.microsoft.com/office/drawing/2014/main" id="{77EF90F2-271D-CD24-E491-95D966F2A236}"/>
              </a:ext>
            </a:extLst>
          </p:cNvPr>
          <p:cNvSpPr/>
          <p:nvPr/>
        </p:nvSpPr>
        <p:spPr>
          <a:xfrm>
            <a:off x="9678354" y="1985644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3" name="Elipse 232">
            <a:extLst>
              <a:ext uri="{FF2B5EF4-FFF2-40B4-BE49-F238E27FC236}">
                <a16:creationId xmlns:a16="http://schemas.microsoft.com/office/drawing/2014/main" id="{1F833A9D-1F34-D5BA-530B-D40077C3BCEA}"/>
              </a:ext>
            </a:extLst>
          </p:cNvPr>
          <p:cNvSpPr/>
          <p:nvPr/>
        </p:nvSpPr>
        <p:spPr>
          <a:xfrm>
            <a:off x="9678354" y="2183282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4" name="Elipse 233">
            <a:extLst>
              <a:ext uri="{FF2B5EF4-FFF2-40B4-BE49-F238E27FC236}">
                <a16:creationId xmlns:a16="http://schemas.microsoft.com/office/drawing/2014/main" id="{14757097-7A7E-F1F0-F190-677DE47B7269}"/>
              </a:ext>
            </a:extLst>
          </p:cNvPr>
          <p:cNvSpPr/>
          <p:nvPr/>
        </p:nvSpPr>
        <p:spPr>
          <a:xfrm>
            <a:off x="9678354" y="2380920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5" name="Elipse 234">
            <a:extLst>
              <a:ext uri="{FF2B5EF4-FFF2-40B4-BE49-F238E27FC236}">
                <a16:creationId xmlns:a16="http://schemas.microsoft.com/office/drawing/2014/main" id="{B6EA977A-755E-9454-7DCF-AF88444D18D2}"/>
              </a:ext>
            </a:extLst>
          </p:cNvPr>
          <p:cNvSpPr/>
          <p:nvPr/>
        </p:nvSpPr>
        <p:spPr>
          <a:xfrm>
            <a:off x="9678354" y="2578558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6" name="Elipse 235">
            <a:extLst>
              <a:ext uri="{FF2B5EF4-FFF2-40B4-BE49-F238E27FC236}">
                <a16:creationId xmlns:a16="http://schemas.microsoft.com/office/drawing/2014/main" id="{F0927909-F854-943A-505B-D0FF7D0C71F7}"/>
              </a:ext>
            </a:extLst>
          </p:cNvPr>
          <p:cNvSpPr/>
          <p:nvPr/>
        </p:nvSpPr>
        <p:spPr>
          <a:xfrm>
            <a:off x="9678354" y="2776196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7" name="Elipse 236">
            <a:extLst>
              <a:ext uri="{FF2B5EF4-FFF2-40B4-BE49-F238E27FC236}">
                <a16:creationId xmlns:a16="http://schemas.microsoft.com/office/drawing/2014/main" id="{64E7F7A2-C1A7-A17E-1279-0EDF69C1EADB}"/>
              </a:ext>
            </a:extLst>
          </p:cNvPr>
          <p:cNvSpPr/>
          <p:nvPr/>
        </p:nvSpPr>
        <p:spPr>
          <a:xfrm>
            <a:off x="9678354" y="2973834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8" name="Elipse 237">
            <a:extLst>
              <a:ext uri="{FF2B5EF4-FFF2-40B4-BE49-F238E27FC236}">
                <a16:creationId xmlns:a16="http://schemas.microsoft.com/office/drawing/2014/main" id="{FC45874E-691F-1F86-B44A-6583449EF0A1}"/>
              </a:ext>
            </a:extLst>
          </p:cNvPr>
          <p:cNvSpPr/>
          <p:nvPr/>
        </p:nvSpPr>
        <p:spPr>
          <a:xfrm>
            <a:off x="9678354" y="3171472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39" name="Elipse 238">
            <a:extLst>
              <a:ext uri="{FF2B5EF4-FFF2-40B4-BE49-F238E27FC236}">
                <a16:creationId xmlns:a16="http://schemas.microsoft.com/office/drawing/2014/main" id="{3D45E194-1B7B-25F8-A435-4EEC4C78EC4D}"/>
              </a:ext>
            </a:extLst>
          </p:cNvPr>
          <p:cNvSpPr/>
          <p:nvPr/>
        </p:nvSpPr>
        <p:spPr>
          <a:xfrm>
            <a:off x="9678354" y="3369110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0" name="Elipse 239">
            <a:extLst>
              <a:ext uri="{FF2B5EF4-FFF2-40B4-BE49-F238E27FC236}">
                <a16:creationId xmlns:a16="http://schemas.microsoft.com/office/drawing/2014/main" id="{DA0B8EA1-9412-C7BD-8389-DC86B1F2CF5D}"/>
              </a:ext>
            </a:extLst>
          </p:cNvPr>
          <p:cNvSpPr/>
          <p:nvPr/>
        </p:nvSpPr>
        <p:spPr>
          <a:xfrm>
            <a:off x="9678354" y="3566753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1" name="Elipse 240">
            <a:extLst>
              <a:ext uri="{FF2B5EF4-FFF2-40B4-BE49-F238E27FC236}">
                <a16:creationId xmlns:a16="http://schemas.microsoft.com/office/drawing/2014/main" id="{B02AAED2-5049-711D-A609-1BCB49F222F0}"/>
              </a:ext>
            </a:extLst>
          </p:cNvPr>
          <p:cNvSpPr/>
          <p:nvPr/>
        </p:nvSpPr>
        <p:spPr>
          <a:xfrm>
            <a:off x="9678354" y="3771723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2" name="Elipse 241">
            <a:extLst>
              <a:ext uri="{FF2B5EF4-FFF2-40B4-BE49-F238E27FC236}">
                <a16:creationId xmlns:a16="http://schemas.microsoft.com/office/drawing/2014/main" id="{73C300D0-3CAE-2B73-5E94-3542D56B4C1F}"/>
              </a:ext>
            </a:extLst>
          </p:cNvPr>
          <p:cNvSpPr/>
          <p:nvPr/>
        </p:nvSpPr>
        <p:spPr>
          <a:xfrm>
            <a:off x="9678354" y="3968587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3" name="Elipse 242">
            <a:extLst>
              <a:ext uri="{FF2B5EF4-FFF2-40B4-BE49-F238E27FC236}">
                <a16:creationId xmlns:a16="http://schemas.microsoft.com/office/drawing/2014/main" id="{5A2E4361-5458-FE17-B6AF-C75FC5B1324A}"/>
              </a:ext>
            </a:extLst>
          </p:cNvPr>
          <p:cNvSpPr/>
          <p:nvPr/>
        </p:nvSpPr>
        <p:spPr>
          <a:xfrm>
            <a:off x="9678354" y="4165451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4" name="Elipse 243">
            <a:extLst>
              <a:ext uri="{FF2B5EF4-FFF2-40B4-BE49-F238E27FC236}">
                <a16:creationId xmlns:a16="http://schemas.microsoft.com/office/drawing/2014/main" id="{904E7A75-B4C1-FD4F-3D01-7BB95F16C6EC}"/>
              </a:ext>
            </a:extLst>
          </p:cNvPr>
          <p:cNvSpPr/>
          <p:nvPr/>
        </p:nvSpPr>
        <p:spPr>
          <a:xfrm>
            <a:off x="9678354" y="4362315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5" name="Elipse 244">
            <a:extLst>
              <a:ext uri="{FF2B5EF4-FFF2-40B4-BE49-F238E27FC236}">
                <a16:creationId xmlns:a16="http://schemas.microsoft.com/office/drawing/2014/main" id="{0EFA5528-6BB9-1E74-EECE-18EE0DC8911B}"/>
              </a:ext>
            </a:extLst>
          </p:cNvPr>
          <p:cNvSpPr/>
          <p:nvPr/>
        </p:nvSpPr>
        <p:spPr>
          <a:xfrm>
            <a:off x="9678354" y="4559179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6" name="Elipse 245">
            <a:extLst>
              <a:ext uri="{FF2B5EF4-FFF2-40B4-BE49-F238E27FC236}">
                <a16:creationId xmlns:a16="http://schemas.microsoft.com/office/drawing/2014/main" id="{443B67A4-2F41-1189-EF0B-2266E9884001}"/>
              </a:ext>
            </a:extLst>
          </p:cNvPr>
          <p:cNvSpPr/>
          <p:nvPr/>
        </p:nvSpPr>
        <p:spPr>
          <a:xfrm>
            <a:off x="9678354" y="4756043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7" name="Elipse 246">
            <a:extLst>
              <a:ext uri="{FF2B5EF4-FFF2-40B4-BE49-F238E27FC236}">
                <a16:creationId xmlns:a16="http://schemas.microsoft.com/office/drawing/2014/main" id="{56D1998D-E276-ED7F-9D04-AC7662FC6EF3}"/>
              </a:ext>
            </a:extLst>
          </p:cNvPr>
          <p:cNvSpPr/>
          <p:nvPr/>
        </p:nvSpPr>
        <p:spPr>
          <a:xfrm>
            <a:off x="9678354" y="4952907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8" name="Elipse 247">
            <a:extLst>
              <a:ext uri="{FF2B5EF4-FFF2-40B4-BE49-F238E27FC236}">
                <a16:creationId xmlns:a16="http://schemas.microsoft.com/office/drawing/2014/main" id="{A4341AEA-E185-5D19-8D54-6139A310AEBB}"/>
              </a:ext>
            </a:extLst>
          </p:cNvPr>
          <p:cNvSpPr/>
          <p:nvPr/>
        </p:nvSpPr>
        <p:spPr>
          <a:xfrm>
            <a:off x="9678354" y="5149771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49" name="Elipse 248">
            <a:extLst>
              <a:ext uri="{FF2B5EF4-FFF2-40B4-BE49-F238E27FC236}">
                <a16:creationId xmlns:a16="http://schemas.microsoft.com/office/drawing/2014/main" id="{F90D033F-83AB-A150-682E-584B8D387D3A}"/>
              </a:ext>
            </a:extLst>
          </p:cNvPr>
          <p:cNvSpPr/>
          <p:nvPr/>
        </p:nvSpPr>
        <p:spPr>
          <a:xfrm>
            <a:off x="9678354" y="5346635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0" name="Elipse 249">
            <a:extLst>
              <a:ext uri="{FF2B5EF4-FFF2-40B4-BE49-F238E27FC236}">
                <a16:creationId xmlns:a16="http://schemas.microsoft.com/office/drawing/2014/main" id="{37A94B00-2F90-7D69-C9F6-E22FF955BB64}"/>
              </a:ext>
            </a:extLst>
          </p:cNvPr>
          <p:cNvSpPr/>
          <p:nvPr/>
        </p:nvSpPr>
        <p:spPr>
          <a:xfrm>
            <a:off x="9678354" y="5543496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1" name="Elipse 250">
            <a:extLst>
              <a:ext uri="{FF2B5EF4-FFF2-40B4-BE49-F238E27FC236}">
                <a16:creationId xmlns:a16="http://schemas.microsoft.com/office/drawing/2014/main" id="{08520ABB-D5C8-3294-EE69-AEC90C6BA861}"/>
              </a:ext>
            </a:extLst>
          </p:cNvPr>
          <p:cNvSpPr/>
          <p:nvPr/>
        </p:nvSpPr>
        <p:spPr>
          <a:xfrm>
            <a:off x="9679865" y="5756349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2" name="Elipse 251">
            <a:extLst>
              <a:ext uri="{FF2B5EF4-FFF2-40B4-BE49-F238E27FC236}">
                <a16:creationId xmlns:a16="http://schemas.microsoft.com/office/drawing/2014/main" id="{9A72DB83-1CB7-368E-82D7-89D1DCC82C4A}"/>
              </a:ext>
            </a:extLst>
          </p:cNvPr>
          <p:cNvSpPr/>
          <p:nvPr/>
        </p:nvSpPr>
        <p:spPr>
          <a:xfrm>
            <a:off x="9679865" y="5953477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3" name="Elipse 252">
            <a:extLst>
              <a:ext uri="{FF2B5EF4-FFF2-40B4-BE49-F238E27FC236}">
                <a16:creationId xmlns:a16="http://schemas.microsoft.com/office/drawing/2014/main" id="{A9C258D0-633E-D6BD-B469-6B2058CAA730}"/>
              </a:ext>
            </a:extLst>
          </p:cNvPr>
          <p:cNvSpPr/>
          <p:nvPr/>
        </p:nvSpPr>
        <p:spPr>
          <a:xfrm>
            <a:off x="9679865" y="6150605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4" name="Elipse 253">
            <a:extLst>
              <a:ext uri="{FF2B5EF4-FFF2-40B4-BE49-F238E27FC236}">
                <a16:creationId xmlns:a16="http://schemas.microsoft.com/office/drawing/2014/main" id="{D0020D41-226A-0F17-7B23-D14878084262}"/>
              </a:ext>
            </a:extLst>
          </p:cNvPr>
          <p:cNvSpPr/>
          <p:nvPr/>
        </p:nvSpPr>
        <p:spPr>
          <a:xfrm>
            <a:off x="9679865" y="6347733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5" name="Elipse 254">
            <a:extLst>
              <a:ext uri="{FF2B5EF4-FFF2-40B4-BE49-F238E27FC236}">
                <a16:creationId xmlns:a16="http://schemas.microsoft.com/office/drawing/2014/main" id="{64867C2F-B57E-BBEA-100A-A634721584C1}"/>
              </a:ext>
            </a:extLst>
          </p:cNvPr>
          <p:cNvSpPr/>
          <p:nvPr/>
        </p:nvSpPr>
        <p:spPr>
          <a:xfrm>
            <a:off x="9679865" y="6544861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6" name="Elipse 255">
            <a:extLst>
              <a:ext uri="{FF2B5EF4-FFF2-40B4-BE49-F238E27FC236}">
                <a16:creationId xmlns:a16="http://schemas.microsoft.com/office/drawing/2014/main" id="{3C61A76A-E96F-AC98-58FD-1E96E53AA051}"/>
              </a:ext>
            </a:extLst>
          </p:cNvPr>
          <p:cNvSpPr/>
          <p:nvPr/>
        </p:nvSpPr>
        <p:spPr>
          <a:xfrm>
            <a:off x="9679865" y="6741989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7" name="Elipse 256">
            <a:extLst>
              <a:ext uri="{FF2B5EF4-FFF2-40B4-BE49-F238E27FC236}">
                <a16:creationId xmlns:a16="http://schemas.microsoft.com/office/drawing/2014/main" id="{82C65352-28FF-381B-3D99-1FC246D3F0C6}"/>
              </a:ext>
            </a:extLst>
          </p:cNvPr>
          <p:cNvSpPr/>
          <p:nvPr/>
        </p:nvSpPr>
        <p:spPr>
          <a:xfrm>
            <a:off x="9679865" y="6939117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8" name="Elipse 257">
            <a:extLst>
              <a:ext uri="{FF2B5EF4-FFF2-40B4-BE49-F238E27FC236}">
                <a16:creationId xmlns:a16="http://schemas.microsoft.com/office/drawing/2014/main" id="{27B87532-2E54-5927-8F62-0BCA4C52FE20}"/>
              </a:ext>
            </a:extLst>
          </p:cNvPr>
          <p:cNvSpPr/>
          <p:nvPr/>
        </p:nvSpPr>
        <p:spPr>
          <a:xfrm>
            <a:off x="9679865" y="7136245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59" name="Elipse 258">
            <a:extLst>
              <a:ext uri="{FF2B5EF4-FFF2-40B4-BE49-F238E27FC236}">
                <a16:creationId xmlns:a16="http://schemas.microsoft.com/office/drawing/2014/main" id="{2A09FD3A-1A4B-0E05-F3F4-3EE3706CC34A}"/>
              </a:ext>
            </a:extLst>
          </p:cNvPr>
          <p:cNvSpPr/>
          <p:nvPr/>
        </p:nvSpPr>
        <p:spPr>
          <a:xfrm>
            <a:off x="9679865" y="7333373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60" name="Elipse 259">
            <a:extLst>
              <a:ext uri="{FF2B5EF4-FFF2-40B4-BE49-F238E27FC236}">
                <a16:creationId xmlns:a16="http://schemas.microsoft.com/office/drawing/2014/main" id="{E0ACE76E-B8DC-008F-CF70-92F42B65094E}"/>
              </a:ext>
            </a:extLst>
          </p:cNvPr>
          <p:cNvSpPr/>
          <p:nvPr/>
        </p:nvSpPr>
        <p:spPr>
          <a:xfrm>
            <a:off x="9679865" y="7530501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61" name="Elipse 260">
            <a:extLst>
              <a:ext uri="{FF2B5EF4-FFF2-40B4-BE49-F238E27FC236}">
                <a16:creationId xmlns:a16="http://schemas.microsoft.com/office/drawing/2014/main" id="{CBB3AADC-04B9-4186-553D-350642E934AC}"/>
              </a:ext>
            </a:extLst>
          </p:cNvPr>
          <p:cNvSpPr/>
          <p:nvPr/>
        </p:nvSpPr>
        <p:spPr>
          <a:xfrm>
            <a:off x="9679865" y="7727629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62" name="Elipse 261">
            <a:extLst>
              <a:ext uri="{FF2B5EF4-FFF2-40B4-BE49-F238E27FC236}">
                <a16:creationId xmlns:a16="http://schemas.microsoft.com/office/drawing/2014/main" id="{EA15D85A-35F5-FD81-64D6-974EA54CADD6}"/>
              </a:ext>
            </a:extLst>
          </p:cNvPr>
          <p:cNvSpPr/>
          <p:nvPr/>
        </p:nvSpPr>
        <p:spPr>
          <a:xfrm>
            <a:off x="9679865" y="7924762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</p:spTree>
    <p:extLst>
      <p:ext uri="{BB962C8B-B14F-4D97-AF65-F5344CB8AC3E}">
        <p14:creationId xmlns:p14="http://schemas.microsoft.com/office/powerpoint/2010/main" val="2156160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" grpId="0" animBg="1"/>
      <p:bldP spid="207" grpId="0" animBg="1"/>
      <p:bldP spid="3" grpId="0"/>
      <p:bldP spid="5" grpId="0"/>
      <p:bldP spid="176" grpId="0" animBg="1"/>
      <p:bldP spid="177" grpId="0"/>
      <p:bldP spid="18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237F8-C01C-FAE4-3578-7EF1E9FC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D2531BD-2329-505C-35AF-93338754EF1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72805041"/>
              </p:ext>
            </p:extLst>
          </p:nvPr>
        </p:nvGraphicFramePr>
        <p:xfrm>
          <a:off x="1905" y="1905"/>
          <a:ext cx="1906" cy="19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395" imgH="394" progId="TCLayout.ActiveDocument.1">
                  <p:embed/>
                </p:oleObj>
              </mc:Choice>
              <mc:Fallback>
                <p:oleObj name="Slide do think-cell" r:id="rId3" imgW="395" imgH="39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2531BD-2329-505C-35AF-93338754EF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05" y="1905"/>
                        <a:ext cx="1906" cy="19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1" name="Retângulo 210">
            <a:extLst>
              <a:ext uri="{FF2B5EF4-FFF2-40B4-BE49-F238E27FC236}">
                <a16:creationId xmlns:a16="http://schemas.microsoft.com/office/drawing/2014/main" id="{F85BEE4E-462A-DE73-93F4-93C1A643B34E}"/>
              </a:ext>
            </a:extLst>
          </p:cNvPr>
          <p:cNvSpPr/>
          <p:nvPr/>
        </p:nvSpPr>
        <p:spPr>
          <a:xfrm>
            <a:off x="1018904" y="7010296"/>
            <a:ext cx="1332404" cy="77070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12" name="Retângulo 211">
            <a:extLst>
              <a:ext uri="{FF2B5EF4-FFF2-40B4-BE49-F238E27FC236}">
                <a16:creationId xmlns:a16="http://schemas.microsoft.com/office/drawing/2014/main" id="{C5D3AAAF-5848-6BD5-93B6-14FE4307DDCA}"/>
              </a:ext>
            </a:extLst>
          </p:cNvPr>
          <p:cNvSpPr/>
          <p:nvPr/>
        </p:nvSpPr>
        <p:spPr>
          <a:xfrm>
            <a:off x="1031975" y="6095896"/>
            <a:ext cx="3331018" cy="1685105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13" name="Retângulo 212">
            <a:extLst>
              <a:ext uri="{FF2B5EF4-FFF2-40B4-BE49-F238E27FC236}">
                <a16:creationId xmlns:a16="http://schemas.microsoft.com/office/drawing/2014/main" id="{E7B6F49C-6706-D6E6-77E8-A61E21FF68B7}"/>
              </a:ext>
            </a:extLst>
          </p:cNvPr>
          <p:cNvSpPr/>
          <p:nvPr/>
        </p:nvSpPr>
        <p:spPr>
          <a:xfrm>
            <a:off x="1018913" y="2364666"/>
            <a:ext cx="6453035" cy="541633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A0BD03CA-8E5A-5703-19C0-545697968255}"/>
              </a:ext>
            </a:extLst>
          </p:cNvPr>
          <p:cNvCxnSpPr/>
          <p:nvPr/>
        </p:nvCxnSpPr>
        <p:spPr>
          <a:xfrm flipV="1">
            <a:off x="1018903" y="1824339"/>
            <a:ext cx="0" cy="5956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B6C00EE-A1BF-B136-E73E-6DD3783CD63E}"/>
              </a:ext>
            </a:extLst>
          </p:cNvPr>
          <p:cNvCxnSpPr/>
          <p:nvPr/>
        </p:nvCxnSpPr>
        <p:spPr>
          <a:xfrm>
            <a:off x="1018904" y="7781001"/>
            <a:ext cx="68841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EC934213-CF07-105E-F208-841396218610}"/>
              </a:ext>
            </a:extLst>
          </p:cNvPr>
          <p:cNvCxnSpPr>
            <a:cxnSpLocks/>
          </p:cNvCxnSpPr>
          <p:nvPr/>
        </p:nvCxnSpPr>
        <p:spPr>
          <a:xfrm>
            <a:off x="12540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7B1F060-C441-864F-0ABB-0585E27369B3}"/>
              </a:ext>
            </a:extLst>
          </p:cNvPr>
          <p:cNvCxnSpPr>
            <a:cxnSpLocks/>
          </p:cNvCxnSpPr>
          <p:nvPr/>
        </p:nvCxnSpPr>
        <p:spPr>
          <a:xfrm>
            <a:off x="14369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C9F537B-D9CE-EB4F-C812-6727C0F99E1C}"/>
              </a:ext>
            </a:extLst>
          </p:cNvPr>
          <p:cNvCxnSpPr>
            <a:cxnSpLocks/>
          </p:cNvCxnSpPr>
          <p:nvPr/>
        </p:nvCxnSpPr>
        <p:spPr>
          <a:xfrm>
            <a:off x="16197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BF78FA68-E943-2821-7D5C-63CA8AF2C4A4}"/>
              </a:ext>
            </a:extLst>
          </p:cNvPr>
          <p:cNvCxnSpPr>
            <a:cxnSpLocks/>
          </p:cNvCxnSpPr>
          <p:nvPr/>
        </p:nvCxnSpPr>
        <p:spPr>
          <a:xfrm>
            <a:off x="18026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F7270D78-7B57-D1AD-6F09-019FA31FE2AE}"/>
              </a:ext>
            </a:extLst>
          </p:cNvPr>
          <p:cNvCxnSpPr>
            <a:cxnSpLocks/>
          </p:cNvCxnSpPr>
          <p:nvPr/>
        </p:nvCxnSpPr>
        <p:spPr>
          <a:xfrm>
            <a:off x="19855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939C8D1C-8D49-2828-AF84-4B7E4A319C40}"/>
              </a:ext>
            </a:extLst>
          </p:cNvPr>
          <p:cNvCxnSpPr>
            <a:cxnSpLocks/>
          </p:cNvCxnSpPr>
          <p:nvPr/>
        </p:nvCxnSpPr>
        <p:spPr>
          <a:xfrm>
            <a:off x="21684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D648D113-B0B8-8401-A614-566C2D46208D}"/>
              </a:ext>
            </a:extLst>
          </p:cNvPr>
          <p:cNvCxnSpPr>
            <a:cxnSpLocks/>
          </p:cNvCxnSpPr>
          <p:nvPr/>
        </p:nvCxnSpPr>
        <p:spPr>
          <a:xfrm>
            <a:off x="23513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to 18">
            <a:extLst>
              <a:ext uri="{FF2B5EF4-FFF2-40B4-BE49-F238E27FC236}">
                <a16:creationId xmlns:a16="http://schemas.microsoft.com/office/drawing/2014/main" id="{9EA617F6-AA0B-73AB-9E95-9F61F86AD4F0}"/>
              </a:ext>
            </a:extLst>
          </p:cNvPr>
          <p:cNvCxnSpPr>
            <a:cxnSpLocks/>
          </p:cNvCxnSpPr>
          <p:nvPr/>
        </p:nvCxnSpPr>
        <p:spPr>
          <a:xfrm>
            <a:off x="25341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896AB9E3-D268-0928-0267-BE8F0ECB0E37}"/>
              </a:ext>
            </a:extLst>
          </p:cNvPr>
          <p:cNvCxnSpPr>
            <a:cxnSpLocks/>
          </p:cNvCxnSpPr>
          <p:nvPr/>
        </p:nvCxnSpPr>
        <p:spPr>
          <a:xfrm>
            <a:off x="27170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to 20">
            <a:extLst>
              <a:ext uri="{FF2B5EF4-FFF2-40B4-BE49-F238E27FC236}">
                <a16:creationId xmlns:a16="http://schemas.microsoft.com/office/drawing/2014/main" id="{44B2A6EA-74CE-E5FD-D946-409EF5A887AE}"/>
              </a:ext>
            </a:extLst>
          </p:cNvPr>
          <p:cNvCxnSpPr>
            <a:cxnSpLocks/>
          </p:cNvCxnSpPr>
          <p:nvPr/>
        </p:nvCxnSpPr>
        <p:spPr>
          <a:xfrm>
            <a:off x="28999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6556546B-568E-6237-B8F2-6C2A1026BB71}"/>
              </a:ext>
            </a:extLst>
          </p:cNvPr>
          <p:cNvCxnSpPr>
            <a:cxnSpLocks/>
          </p:cNvCxnSpPr>
          <p:nvPr/>
        </p:nvCxnSpPr>
        <p:spPr>
          <a:xfrm>
            <a:off x="30828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3D36C6C3-729B-A667-DFA9-B10E4A32409D}"/>
              </a:ext>
            </a:extLst>
          </p:cNvPr>
          <p:cNvCxnSpPr>
            <a:cxnSpLocks/>
          </p:cNvCxnSpPr>
          <p:nvPr/>
        </p:nvCxnSpPr>
        <p:spPr>
          <a:xfrm>
            <a:off x="32657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to 23">
            <a:extLst>
              <a:ext uri="{FF2B5EF4-FFF2-40B4-BE49-F238E27FC236}">
                <a16:creationId xmlns:a16="http://schemas.microsoft.com/office/drawing/2014/main" id="{FFC4AC0F-57E7-6035-77FE-3AB436262FEF}"/>
              </a:ext>
            </a:extLst>
          </p:cNvPr>
          <p:cNvCxnSpPr>
            <a:cxnSpLocks/>
          </p:cNvCxnSpPr>
          <p:nvPr/>
        </p:nvCxnSpPr>
        <p:spPr>
          <a:xfrm>
            <a:off x="34485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1D5C398A-742F-B509-AB54-A4D6B07EBED1}"/>
              </a:ext>
            </a:extLst>
          </p:cNvPr>
          <p:cNvCxnSpPr>
            <a:cxnSpLocks/>
          </p:cNvCxnSpPr>
          <p:nvPr/>
        </p:nvCxnSpPr>
        <p:spPr>
          <a:xfrm>
            <a:off x="36314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to 25">
            <a:extLst>
              <a:ext uri="{FF2B5EF4-FFF2-40B4-BE49-F238E27FC236}">
                <a16:creationId xmlns:a16="http://schemas.microsoft.com/office/drawing/2014/main" id="{393389F9-0D8F-88D2-ECCB-5A1F4C6868D9}"/>
              </a:ext>
            </a:extLst>
          </p:cNvPr>
          <p:cNvCxnSpPr>
            <a:cxnSpLocks/>
          </p:cNvCxnSpPr>
          <p:nvPr/>
        </p:nvCxnSpPr>
        <p:spPr>
          <a:xfrm>
            <a:off x="38143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38093E68-D791-C37B-8EB5-3DCDF5C5B1AF}"/>
              </a:ext>
            </a:extLst>
          </p:cNvPr>
          <p:cNvCxnSpPr>
            <a:cxnSpLocks/>
          </p:cNvCxnSpPr>
          <p:nvPr/>
        </p:nvCxnSpPr>
        <p:spPr>
          <a:xfrm>
            <a:off x="39972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to 27">
            <a:extLst>
              <a:ext uri="{FF2B5EF4-FFF2-40B4-BE49-F238E27FC236}">
                <a16:creationId xmlns:a16="http://schemas.microsoft.com/office/drawing/2014/main" id="{E1C7D7F1-B95C-9882-C1E7-4719581A50B9}"/>
              </a:ext>
            </a:extLst>
          </p:cNvPr>
          <p:cNvCxnSpPr>
            <a:cxnSpLocks/>
          </p:cNvCxnSpPr>
          <p:nvPr/>
        </p:nvCxnSpPr>
        <p:spPr>
          <a:xfrm>
            <a:off x="41801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id="{51B323EA-7B42-5830-2A23-FF03DF9FFF96}"/>
              </a:ext>
            </a:extLst>
          </p:cNvPr>
          <p:cNvCxnSpPr>
            <a:cxnSpLocks/>
          </p:cNvCxnSpPr>
          <p:nvPr/>
        </p:nvCxnSpPr>
        <p:spPr>
          <a:xfrm>
            <a:off x="43629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75E77513-2439-B6E5-848E-06AD6BC6B1A5}"/>
              </a:ext>
            </a:extLst>
          </p:cNvPr>
          <p:cNvCxnSpPr>
            <a:cxnSpLocks/>
          </p:cNvCxnSpPr>
          <p:nvPr/>
        </p:nvCxnSpPr>
        <p:spPr>
          <a:xfrm>
            <a:off x="45458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>
            <a:extLst>
              <a:ext uri="{FF2B5EF4-FFF2-40B4-BE49-F238E27FC236}">
                <a16:creationId xmlns:a16="http://schemas.microsoft.com/office/drawing/2014/main" id="{56946488-B071-F0D8-AA74-25FFAED66C06}"/>
              </a:ext>
            </a:extLst>
          </p:cNvPr>
          <p:cNvCxnSpPr>
            <a:cxnSpLocks/>
          </p:cNvCxnSpPr>
          <p:nvPr/>
        </p:nvCxnSpPr>
        <p:spPr>
          <a:xfrm>
            <a:off x="47287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708815FB-200D-DC96-EEC2-4762CDB6BB70}"/>
              </a:ext>
            </a:extLst>
          </p:cNvPr>
          <p:cNvCxnSpPr>
            <a:cxnSpLocks/>
          </p:cNvCxnSpPr>
          <p:nvPr/>
        </p:nvCxnSpPr>
        <p:spPr>
          <a:xfrm>
            <a:off x="49116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9AB28B4F-41E6-9EB1-45AA-6B7DC2C2FC76}"/>
              </a:ext>
            </a:extLst>
          </p:cNvPr>
          <p:cNvCxnSpPr>
            <a:cxnSpLocks/>
          </p:cNvCxnSpPr>
          <p:nvPr/>
        </p:nvCxnSpPr>
        <p:spPr>
          <a:xfrm>
            <a:off x="50945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3C632B44-201C-9A71-2A9F-13858332B444}"/>
              </a:ext>
            </a:extLst>
          </p:cNvPr>
          <p:cNvCxnSpPr>
            <a:cxnSpLocks/>
          </p:cNvCxnSpPr>
          <p:nvPr/>
        </p:nvCxnSpPr>
        <p:spPr>
          <a:xfrm>
            <a:off x="52773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1C56A201-68C1-F9D3-906D-90FD54A22FB0}"/>
              </a:ext>
            </a:extLst>
          </p:cNvPr>
          <p:cNvCxnSpPr>
            <a:cxnSpLocks/>
          </p:cNvCxnSpPr>
          <p:nvPr/>
        </p:nvCxnSpPr>
        <p:spPr>
          <a:xfrm>
            <a:off x="54602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F05EE464-5A4A-14E2-BA48-514D4D704DC6}"/>
              </a:ext>
            </a:extLst>
          </p:cNvPr>
          <p:cNvCxnSpPr>
            <a:cxnSpLocks/>
          </p:cNvCxnSpPr>
          <p:nvPr/>
        </p:nvCxnSpPr>
        <p:spPr>
          <a:xfrm>
            <a:off x="56431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CA56ADC4-B0AD-062E-CEB7-8C29CD3BF51D}"/>
              </a:ext>
            </a:extLst>
          </p:cNvPr>
          <p:cNvCxnSpPr>
            <a:cxnSpLocks/>
          </p:cNvCxnSpPr>
          <p:nvPr/>
        </p:nvCxnSpPr>
        <p:spPr>
          <a:xfrm>
            <a:off x="58260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C170BF36-707A-88B5-5B04-8C093552E93F}"/>
              </a:ext>
            </a:extLst>
          </p:cNvPr>
          <p:cNvCxnSpPr>
            <a:cxnSpLocks/>
          </p:cNvCxnSpPr>
          <p:nvPr/>
        </p:nvCxnSpPr>
        <p:spPr>
          <a:xfrm>
            <a:off x="60089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to 38">
            <a:extLst>
              <a:ext uri="{FF2B5EF4-FFF2-40B4-BE49-F238E27FC236}">
                <a16:creationId xmlns:a16="http://schemas.microsoft.com/office/drawing/2014/main" id="{8E3152E3-AD6D-0381-1257-928D5199A5DE}"/>
              </a:ext>
            </a:extLst>
          </p:cNvPr>
          <p:cNvCxnSpPr>
            <a:cxnSpLocks/>
          </p:cNvCxnSpPr>
          <p:nvPr/>
        </p:nvCxnSpPr>
        <p:spPr>
          <a:xfrm>
            <a:off x="61917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>
            <a:extLst>
              <a:ext uri="{FF2B5EF4-FFF2-40B4-BE49-F238E27FC236}">
                <a16:creationId xmlns:a16="http://schemas.microsoft.com/office/drawing/2014/main" id="{F71BA4BA-0737-7F05-5B0C-3CE3537C982F}"/>
              </a:ext>
            </a:extLst>
          </p:cNvPr>
          <p:cNvCxnSpPr>
            <a:cxnSpLocks/>
          </p:cNvCxnSpPr>
          <p:nvPr/>
        </p:nvCxnSpPr>
        <p:spPr>
          <a:xfrm>
            <a:off x="63746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74422887-E1B3-8B63-58EA-F444FC8C3806}"/>
              </a:ext>
            </a:extLst>
          </p:cNvPr>
          <p:cNvCxnSpPr>
            <a:cxnSpLocks/>
          </p:cNvCxnSpPr>
          <p:nvPr/>
        </p:nvCxnSpPr>
        <p:spPr>
          <a:xfrm>
            <a:off x="65575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9929565F-4EB2-55B7-8D57-AD70327FFAE0}"/>
              </a:ext>
            </a:extLst>
          </p:cNvPr>
          <p:cNvCxnSpPr>
            <a:cxnSpLocks/>
          </p:cNvCxnSpPr>
          <p:nvPr/>
        </p:nvCxnSpPr>
        <p:spPr>
          <a:xfrm>
            <a:off x="674043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42">
            <a:extLst>
              <a:ext uri="{FF2B5EF4-FFF2-40B4-BE49-F238E27FC236}">
                <a16:creationId xmlns:a16="http://schemas.microsoft.com/office/drawing/2014/main" id="{D148861A-633D-729E-71E9-CB120B21E189}"/>
              </a:ext>
            </a:extLst>
          </p:cNvPr>
          <p:cNvCxnSpPr>
            <a:cxnSpLocks/>
          </p:cNvCxnSpPr>
          <p:nvPr/>
        </p:nvCxnSpPr>
        <p:spPr>
          <a:xfrm>
            <a:off x="692331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BDC28EEA-1289-5459-9379-CDC8572C3DD3}"/>
              </a:ext>
            </a:extLst>
          </p:cNvPr>
          <p:cNvCxnSpPr>
            <a:cxnSpLocks/>
          </p:cNvCxnSpPr>
          <p:nvPr/>
        </p:nvCxnSpPr>
        <p:spPr>
          <a:xfrm>
            <a:off x="710619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85A23E9B-2231-DB94-AFBE-0AA832507F82}"/>
              </a:ext>
            </a:extLst>
          </p:cNvPr>
          <p:cNvCxnSpPr>
            <a:cxnSpLocks/>
          </p:cNvCxnSpPr>
          <p:nvPr/>
        </p:nvCxnSpPr>
        <p:spPr>
          <a:xfrm>
            <a:off x="728907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4131142C-0EDE-0A30-1714-1BB6B7DE4E41}"/>
              </a:ext>
            </a:extLst>
          </p:cNvPr>
          <p:cNvCxnSpPr>
            <a:cxnSpLocks/>
          </p:cNvCxnSpPr>
          <p:nvPr/>
        </p:nvCxnSpPr>
        <p:spPr>
          <a:xfrm>
            <a:off x="7471955" y="7713927"/>
            <a:ext cx="0" cy="147215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ector reto 50">
            <a:extLst>
              <a:ext uri="{FF2B5EF4-FFF2-40B4-BE49-F238E27FC236}">
                <a16:creationId xmlns:a16="http://schemas.microsoft.com/office/drawing/2014/main" id="{B44598E3-2B0D-6931-1004-19A0F370DAC7}"/>
              </a:ext>
            </a:extLst>
          </p:cNvPr>
          <p:cNvCxnSpPr>
            <a:cxnSpLocks/>
          </p:cNvCxnSpPr>
          <p:nvPr/>
        </p:nvCxnSpPr>
        <p:spPr>
          <a:xfrm>
            <a:off x="950210" y="26211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79BC4681-41A0-8682-8A39-1EF11E543834}"/>
              </a:ext>
            </a:extLst>
          </p:cNvPr>
          <p:cNvCxnSpPr>
            <a:cxnSpLocks/>
          </p:cNvCxnSpPr>
          <p:nvPr/>
        </p:nvCxnSpPr>
        <p:spPr>
          <a:xfrm>
            <a:off x="950210" y="28040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16CD77DD-5BB6-8F01-FB68-3C0145190331}"/>
              </a:ext>
            </a:extLst>
          </p:cNvPr>
          <p:cNvCxnSpPr>
            <a:cxnSpLocks/>
          </p:cNvCxnSpPr>
          <p:nvPr/>
        </p:nvCxnSpPr>
        <p:spPr>
          <a:xfrm>
            <a:off x="950210" y="29869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B9A3160C-3623-DC5F-FC18-A1D090A6E99D}"/>
              </a:ext>
            </a:extLst>
          </p:cNvPr>
          <p:cNvCxnSpPr>
            <a:cxnSpLocks/>
          </p:cNvCxnSpPr>
          <p:nvPr/>
        </p:nvCxnSpPr>
        <p:spPr>
          <a:xfrm>
            <a:off x="950210" y="31698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63EE0D3E-5559-2A9F-2DAC-1FB384855484}"/>
              </a:ext>
            </a:extLst>
          </p:cNvPr>
          <p:cNvCxnSpPr>
            <a:cxnSpLocks/>
          </p:cNvCxnSpPr>
          <p:nvPr/>
        </p:nvCxnSpPr>
        <p:spPr>
          <a:xfrm>
            <a:off x="950210" y="33526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893AA3A2-7182-0156-180B-9D40476C85E7}"/>
              </a:ext>
            </a:extLst>
          </p:cNvPr>
          <p:cNvCxnSpPr>
            <a:cxnSpLocks/>
          </p:cNvCxnSpPr>
          <p:nvPr/>
        </p:nvCxnSpPr>
        <p:spPr>
          <a:xfrm>
            <a:off x="950210" y="35355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8D529A06-B4AB-922B-8364-7FEF8A18B0E9}"/>
              </a:ext>
            </a:extLst>
          </p:cNvPr>
          <p:cNvCxnSpPr>
            <a:cxnSpLocks/>
          </p:cNvCxnSpPr>
          <p:nvPr/>
        </p:nvCxnSpPr>
        <p:spPr>
          <a:xfrm>
            <a:off x="950210" y="37184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reto 58">
            <a:extLst>
              <a:ext uri="{FF2B5EF4-FFF2-40B4-BE49-F238E27FC236}">
                <a16:creationId xmlns:a16="http://schemas.microsoft.com/office/drawing/2014/main" id="{A8D04DD8-DDE2-8D9E-0216-A0395FB21A75}"/>
              </a:ext>
            </a:extLst>
          </p:cNvPr>
          <p:cNvCxnSpPr>
            <a:cxnSpLocks/>
          </p:cNvCxnSpPr>
          <p:nvPr/>
        </p:nvCxnSpPr>
        <p:spPr>
          <a:xfrm>
            <a:off x="950210" y="39013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F50EC0BF-BA79-D5BA-B21C-A63FB08AD026}"/>
              </a:ext>
            </a:extLst>
          </p:cNvPr>
          <p:cNvCxnSpPr>
            <a:cxnSpLocks/>
          </p:cNvCxnSpPr>
          <p:nvPr/>
        </p:nvCxnSpPr>
        <p:spPr>
          <a:xfrm>
            <a:off x="950210" y="40842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reto 60">
            <a:extLst>
              <a:ext uri="{FF2B5EF4-FFF2-40B4-BE49-F238E27FC236}">
                <a16:creationId xmlns:a16="http://schemas.microsoft.com/office/drawing/2014/main" id="{AE21517F-A1AE-DB1F-9FCD-443CC62C9399}"/>
              </a:ext>
            </a:extLst>
          </p:cNvPr>
          <p:cNvCxnSpPr>
            <a:cxnSpLocks/>
          </p:cNvCxnSpPr>
          <p:nvPr/>
        </p:nvCxnSpPr>
        <p:spPr>
          <a:xfrm>
            <a:off x="950210" y="42670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reto 61">
            <a:extLst>
              <a:ext uri="{FF2B5EF4-FFF2-40B4-BE49-F238E27FC236}">
                <a16:creationId xmlns:a16="http://schemas.microsoft.com/office/drawing/2014/main" id="{6B038992-F0FC-2E50-DD30-BAEB32CDC2E1}"/>
              </a:ext>
            </a:extLst>
          </p:cNvPr>
          <p:cNvCxnSpPr>
            <a:cxnSpLocks/>
          </p:cNvCxnSpPr>
          <p:nvPr/>
        </p:nvCxnSpPr>
        <p:spPr>
          <a:xfrm>
            <a:off x="950210" y="44499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reto 62">
            <a:extLst>
              <a:ext uri="{FF2B5EF4-FFF2-40B4-BE49-F238E27FC236}">
                <a16:creationId xmlns:a16="http://schemas.microsoft.com/office/drawing/2014/main" id="{2FC03955-D3EE-7AF0-B481-CF2F942F183B}"/>
              </a:ext>
            </a:extLst>
          </p:cNvPr>
          <p:cNvCxnSpPr>
            <a:cxnSpLocks/>
          </p:cNvCxnSpPr>
          <p:nvPr/>
        </p:nvCxnSpPr>
        <p:spPr>
          <a:xfrm>
            <a:off x="950210" y="46328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65F9CB2A-94B8-746B-6259-76B3BA49A519}"/>
              </a:ext>
            </a:extLst>
          </p:cNvPr>
          <p:cNvCxnSpPr>
            <a:cxnSpLocks/>
          </p:cNvCxnSpPr>
          <p:nvPr/>
        </p:nvCxnSpPr>
        <p:spPr>
          <a:xfrm>
            <a:off x="950210" y="48157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DF854303-911B-D634-C262-0739D0890559}"/>
              </a:ext>
            </a:extLst>
          </p:cNvPr>
          <p:cNvCxnSpPr>
            <a:cxnSpLocks/>
          </p:cNvCxnSpPr>
          <p:nvPr/>
        </p:nvCxnSpPr>
        <p:spPr>
          <a:xfrm>
            <a:off x="950210" y="49986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CE4C5679-8F85-2A1A-46E8-636C55E6658D}"/>
              </a:ext>
            </a:extLst>
          </p:cNvPr>
          <p:cNvCxnSpPr>
            <a:cxnSpLocks/>
          </p:cNvCxnSpPr>
          <p:nvPr/>
        </p:nvCxnSpPr>
        <p:spPr>
          <a:xfrm>
            <a:off x="950210" y="51814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CAAF21AB-CB6F-88E6-CE97-0D0767D4164C}"/>
              </a:ext>
            </a:extLst>
          </p:cNvPr>
          <p:cNvCxnSpPr>
            <a:cxnSpLocks/>
          </p:cNvCxnSpPr>
          <p:nvPr/>
        </p:nvCxnSpPr>
        <p:spPr>
          <a:xfrm>
            <a:off x="950210" y="53643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3CD1A421-FFA9-80F8-F6FD-7EF1EFDBF94F}"/>
              </a:ext>
            </a:extLst>
          </p:cNvPr>
          <p:cNvCxnSpPr>
            <a:cxnSpLocks/>
          </p:cNvCxnSpPr>
          <p:nvPr/>
        </p:nvCxnSpPr>
        <p:spPr>
          <a:xfrm>
            <a:off x="950210" y="55472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7C4D31C5-4060-DB39-30BD-126422D07EC5}"/>
              </a:ext>
            </a:extLst>
          </p:cNvPr>
          <p:cNvCxnSpPr>
            <a:cxnSpLocks/>
          </p:cNvCxnSpPr>
          <p:nvPr/>
        </p:nvCxnSpPr>
        <p:spPr>
          <a:xfrm>
            <a:off x="950210" y="57301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reto 69">
            <a:extLst>
              <a:ext uri="{FF2B5EF4-FFF2-40B4-BE49-F238E27FC236}">
                <a16:creationId xmlns:a16="http://schemas.microsoft.com/office/drawing/2014/main" id="{EBAA9EDD-A399-2CE2-C86B-E03D3ABD6080}"/>
              </a:ext>
            </a:extLst>
          </p:cNvPr>
          <p:cNvCxnSpPr>
            <a:cxnSpLocks/>
          </p:cNvCxnSpPr>
          <p:nvPr/>
        </p:nvCxnSpPr>
        <p:spPr>
          <a:xfrm>
            <a:off x="950210" y="59130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70">
            <a:extLst>
              <a:ext uri="{FF2B5EF4-FFF2-40B4-BE49-F238E27FC236}">
                <a16:creationId xmlns:a16="http://schemas.microsoft.com/office/drawing/2014/main" id="{4951967F-1745-BDEA-E791-9D01451C3A5C}"/>
              </a:ext>
            </a:extLst>
          </p:cNvPr>
          <p:cNvCxnSpPr>
            <a:cxnSpLocks/>
          </p:cNvCxnSpPr>
          <p:nvPr/>
        </p:nvCxnSpPr>
        <p:spPr>
          <a:xfrm>
            <a:off x="950210" y="60958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71">
            <a:extLst>
              <a:ext uri="{FF2B5EF4-FFF2-40B4-BE49-F238E27FC236}">
                <a16:creationId xmlns:a16="http://schemas.microsoft.com/office/drawing/2014/main" id="{D59FC8E1-EEB9-C15E-AFFA-CDD7F32B8DE7}"/>
              </a:ext>
            </a:extLst>
          </p:cNvPr>
          <p:cNvCxnSpPr>
            <a:cxnSpLocks/>
          </p:cNvCxnSpPr>
          <p:nvPr/>
        </p:nvCxnSpPr>
        <p:spPr>
          <a:xfrm>
            <a:off x="950210" y="62787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to 72">
            <a:extLst>
              <a:ext uri="{FF2B5EF4-FFF2-40B4-BE49-F238E27FC236}">
                <a16:creationId xmlns:a16="http://schemas.microsoft.com/office/drawing/2014/main" id="{3AB2CE1D-BEF7-6572-E450-5DA2FC350239}"/>
              </a:ext>
            </a:extLst>
          </p:cNvPr>
          <p:cNvCxnSpPr>
            <a:cxnSpLocks/>
          </p:cNvCxnSpPr>
          <p:nvPr/>
        </p:nvCxnSpPr>
        <p:spPr>
          <a:xfrm>
            <a:off x="950210" y="64616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reto 73">
            <a:extLst>
              <a:ext uri="{FF2B5EF4-FFF2-40B4-BE49-F238E27FC236}">
                <a16:creationId xmlns:a16="http://schemas.microsoft.com/office/drawing/2014/main" id="{D68EE927-7A3C-5DF6-AE63-15A9824EA886}"/>
              </a:ext>
            </a:extLst>
          </p:cNvPr>
          <p:cNvCxnSpPr>
            <a:cxnSpLocks/>
          </p:cNvCxnSpPr>
          <p:nvPr/>
        </p:nvCxnSpPr>
        <p:spPr>
          <a:xfrm>
            <a:off x="950210" y="66445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74">
            <a:extLst>
              <a:ext uri="{FF2B5EF4-FFF2-40B4-BE49-F238E27FC236}">
                <a16:creationId xmlns:a16="http://schemas.microsoft.com/office/drawing/2014/main" id="{7168828D-CB84-5902-96FC-4E1F87D1A4E7}"/>
              </a:ext>
            </a:extLst>
          </p:cNvPr>
          <p:cNvCxnSpPr>
            <a:cxnSpLocks/>
          </p:cNvCxnSpPr>
          <p:nvPr/>
        </p:nvCxnSpPr>
        <p:spPr>
          <a:xfrm>
            <a:off x="950210" y="682741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reto 75">
            <a:extLst>
              <a:ext uri="{FF2B5EF4-FFF2-40B4-BE49-F238E27FC236}">
                <a16:creationId xmlns:a16="http://schemas.microsoft.com/office/drawing/2014/main" id="{FF3222AE-7F3E-00E3-134A-2B2D311D0BFE}"/>
              </a:ext>
            </a:extLst>
          </p:cNvPr>
          <p:cNvCxnSpPr>
            <a:cxnSpLocks/>
          </p:cNvCxnSpPr>
          <p:nvPr/>
        </p:nvCxnSpPr>
        <p:spPr>
          <a:xfrm>
            <a:off x="950210" y="701029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reto 76">
            <a:extLst>
              <a:ext uri="{FF2B5EF4-FFF2-40B4-BE49-F238E27FC236}">
                <a16:creationId xmlns:a16="http://schemas.microsoft.com/office/drawing/2014/main" id="{A1652005-5BDA-3278-D00C-AFBD470D3626}"/>
              </a:ext>
            </a:extLst>
          </p:cNvPr>
          <p:cNvCxnSpPr>
            <a:cxnSpLocks/>
          </p:cNvCxnSpPr>
          <p:nvPr/>
        </p:nvCxnSpPr>
        <p:spPr>
          <a:xfrm>
            <a:off x="950210" y="719317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reto 77">
            <a:extLst>
              <a:ext uri="{FF2B5EF4-FFF2-40B4-BE49-F238E27FC236}">
                <a16:creationId xmlns:a16="http://schemas.microsoft.com/office/drawing/2014/main" id="{AD268FB1-BAE3-FA8C-C675-6510EA37ACF6}"/>
              </a:ext>
            </a:extLst>
          </p:cNvPr>
          <p:cNvCxnSpPr>
            <a:cxnSpLocks/>
          </p:cNvCxnSpPr>
          <p:nvPr/>
        </p:nvCxnSpPr>
        <p:spPr>
          <a:xfrm>
            <a:off x="950210" y="737605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>
            <a:extLst>
              <a:ext uri="{FF2B5EF4-FFF2-40B4-BE49-F238E27FC236}">
                <a16:creationId xmlns:a16="http://schemas.microsoft.com/office/drawing/2014/main" id="{DFF9C0EF-7B45-AAA6-7044-9D016F317F73}"/>
              </a:ext>
            </a:extLst>
          </p:cNvPr>
          <p:cNvCxnSpPr>
            <a:cxnSpLocks/>
          </p:cNvCxnSpPr>
          <p:nvPr/>
        </p:nvCxnSpPr>
        <p:spPr>
          <a:xfrm>
            <a:off x="950210" y="7558936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id="{757140B2-B0DD-C302-3132-2DB4DF0D7140}"/>
              </a:ext>
            </a:extLst>
          </p:cNvPr>
          <p:cNvCxnSpPr>
            <a:cxnSpLocks/>
          </p:cNvCxnSpPr>
          <p:nvPr/>
        </p:nvCxnSpPr>
        <p:spPr>
          <a:xfrm>
            <a:off x="950208" y="2111723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reto 80">
            <a:extLst>
              <a:ext uri="{FF2B5EF4-FFF2-40B4-BE49-F238E27FC236}">
                <a16:creationId xmlns:a16="http://schemas.microsoft.com/office/drawing/2014/main" id="{9694D3FB-10C0-CA09-0783-99EAA584F640}"/>
              </a:ext>
            </a:extLst>
          </p:cNvPr>
          <p:cNvCxnSpPr>
            <a:cxnSpLocks/>
          </p:cNvCxnSpPr>
          <p:nvPr/>
        </p:nvCxnSpPr>
        <p:spPr>
          <a:xfrm>
            <a:off x="950208" y="2294603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reto 81">
            <a:extLst>
              <a:ext uri="{FF2B5EF4-FFF2-40B4-BE49-F238E27FC236}">
                <a16:creationId xmlns:a16="http://schemas.microsoft.com/office/drawing/2014/main" id="{DFC2F1B7-502A-C2BB-46E1-6FD690EC293A}"/>
              </a:ext>
            </a:extLst>
          </p:cNvPr>
          <p:cNvCxnSpPr>
            <a:cxnSpLocks/>
          </p:cNvCxnSpPr>
          <p:nvPr/>
        </p:nvCxnSpPr>
        <p:spPr>
          <a:xfrm>
            <a:off x="950208" y="2477483"/>
            <a:ext cx="137400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CaixaDeTexto 82">
            <a:extLst>
              <a:ext uri="{FF2B5EF4-FFF2-40B4-BE49-F238E27FC236}">
                <a16:creationId xmlns:a16="http://schemas.microsoft.com/office/drawing/2014/main" id="{2F12AE0F-8CA5-F11F-9770-92E53CAE313B}"/>
              </a:ext>
            </a:extLst>
          </p:cNvPr>
          <p:cNvSpPr txBox="1"/>
          <p:nvPr/>
        </p:nvSpPr>
        <p:spPr>
          <a:xfrm>
            <a:off x="189411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30</a:t>
            </a:r>
          </a:p>
        </p:txBody>
      </p:sp>
      <p:sp>
        <p:nvSpPr>
          <p:cNvPr id="84" name="CaixaDeTexto 83">
            <a:extLst>
              <a:ext uri="{FF2B5EF4-FFF2-40B4-BE49-F238E27FC236}">
                <a16:creationId xmlns:a16="http://schemas.microsoft.com/office/drawing/2014/main" id="{FC297984-800D-DBE8-8D65-D86902722FD2}"/>
              </a:ext>
            </a:extLst>
          </p:cNvPr>
          <p:cNvSpPr txBox="1"/>
          <p:nvPr/>
        </p:nvSpPr>
        <p:spPr>
          <a:xfrm>
            <a:off x="225987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</a:p>
        </p:txBody>
      </p:sp>
      <p:sp>
        <p:nvSpPr>
          <p:cNvPr id="85" name="CaixaDeTexto 84">
            <a:extLst>
              <a:ext uri="{FF2B5EF4-FFF2-40B4-BE49-F238E27FC236}">
                <a16:creationId xmlns:a16="http://schemas.microsoft.com/office/drawing/2014/main" id="{2B35014D-9FF4-44FB-7355-5448AF2523CF}"/>
              </a:ext>
            </a:extLst>
          </p:cNvPr>
          <p:cNvSpPr txBox="1"/>
          <p:nvPr/>
        </p:nvSpPr>
        <p:spPr>
          <a:xfrm>
            <a:off x="262563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</p:txBody>
      </p:sp>
      <p:sp>
        <p:nvSpPr>
          <p:cNvPr id="86" name="CaixaDeTexto 85">
            <a:extLst>
              <a:ext uri="{FF2B5EF4-FFF2-40B4-BE49-F238E27FC236}">
                <a16:creationId xmlns:a16="http://schemas.microsoft.com/office/drawing/2014/main" id="{87762629-175A-DA4E-420C-4ED271C034E5}"/>
              </a:ext>
            </a:extLst>
          </p:cNvPr>
          <p:cNvSpPr txBox="1"/>
          <p:nvPr/>
        </p:nvSpPr>
        <p:spPr>
          <a:xfrm>
            <a:off x="299139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60</a:t>
            </a:r>
          </a:p>
        </p:txBody>
      </p:sp>
      <p:sp>
        <p:nvSpPr>
          <p:cNvPr id="87" name="CaixaDeTexto 86">
            <a:extLst>
              <a:ext uri="{FF2B5EF4-FFF2-40B4-BE49-F238E27FC236}">
                <a16:creationId xmlns:a16="http://schemas.microsoft.com/office/drawing/2014/main" id="{A1E5225A-AD46-9653-8209-4CE2034404E4}"/>
              </a:ext>
            </a:extLst>
          </p:cNvPr>
          <p:cNvSpPr txBox="1"/>
          <p:nvPr/>
        </p:nvSpPr>
        <p:spPr>
          <a:xfrm>
            <a:off x="335715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70</a:t>
            </a:r>
          </a:p>
        </p:txBody>
      </p:sp>
      <p:sp>
        <p:nvSpPr>
          <p:cNvPr id="88" name="CaixaDeTexto 87">
            <a:extLst>
              <a:ext uri="{FF2B5EF4-FFF2-40B4-BE49-F238E27FC236}">
                <a16:creationId xmlns:a16="http://schemas.microsoft.com/office/drawing/2014/main" id="{BA49EC44-C548-FEB7-066A-18AFF60D0388}"/>
              </a:ext>
            </a:extLst>
          </p:cNvPr>
          <p:cNvSpPr txBox="1"/>
          <p:nvPr/>
        </p:nvSpPr>
        <p:spPr>
          <a:xfrm>
            <a:off x="3722915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</a:t>
            </a:r>
          </a:p>
        </p:txBody>
      </p:sp>
      <p:sp>
        <p:nvSpPr>
          <p:cNvPr id="90" name="CaixaDeTexto 89">
            <a:extLst>
              <a:ext uri="{FF2B5EF4-FFF2-40B4-BE49-F238E27FC236}">
                <a16:creationId xmlns:a16="http://schemas.microsoft.com/office/drawing/2014/main" id="{D9E84797-ED1E-935B-9667-FA31E7176B30}"/>
              </a:ext>
            </a:extLst>
          </p:cNvPr>
          <p:cNvSpPr txBox="1"/>
          <p:nvPr/>
        </p:nvSpPr>
        <p:spPr>
          <a:xfrm>
            <a:off x="408867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90</a:t>
            </a:r>
          </a:p>
        </p:txBody>
      </p:sp>
      <p:sp>
        <p:nvSpPr>
          <p:cNvPr id="91" name="CaixaDeTexto 90">
            <a:extLst>
              <a:ext uri="{FF2B5EF4-FFF2-40B4-BE49-F238E27FC236}">
                <a16:creationId xmlns:a16="http://schemas.microsoft.com/office/drawing/2014/main" id="{C8D1FDEF-75D0-88A4-058A-002586BA50A5}"/>
              </a:ext>
            </a:extLst>
          </p:cNvPr>
          <p:cNvSpPr txBox="1"/>
          <p:nvPr/>
        </p:nvSpPr>
        <p:spPr>
          <a:xfrm>
            <a:off x="445443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</p:txBody>
      </p:sp>
      <p:sp>
        <p:nvSpPr>
          <p:cNvPr id="92" name="CaixaDeTexto 91">
            <a:extLst>
              <a:ext uri="{FF2B5EF4-FFF2-40B4-BE49-F238E27FC236}">
                <a16:creationId xmlns:a16="http://schemas.microsoft.com/office/drawing/2014/main" id="{40BC4626-9C85-E03A-8FC7-269C979D2C34}"/>
              </a:ext>
            </a:extLst>
          </p:cNvPr>
          <p:cNvSpPr txBox="1"/>
          <p:nvPr/>
        </p:nvSpPr>
        <p:spPr>
          <a:xfrm>
            <a:off x="482019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110</a:t>
            </a:r>
          </a:p>
        </p:txBody>
      </p:sp>
      <p:sp>
        <p:nvSpPr>
          <p:cNvPr id="93" name="CaixaDeTexto 92">
            <a:extLst>
              <a:ext uri="{FF2B5EF4-FFF2-40B4-BE49-F238E27FC236}">
                <a16:creationId xmlns:a16="http://schemas.microsoft.com/office/drawing/2014/main" id="{3D62269D-4F35-CE79-9816-6684AB145674}"/>
              </a:ext>
            </a:extLst>
          </p:cNvPr>
          <p:cNvSpPr txBox="1"/>
          <p:nvPr/>
        </p:nvSpPr>
        <p:spPr>
          <a:xfrm>
            <a:off x="518595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120</a:t>
            </a:r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F7CCF938-79CD-E3AC-B8C0-AE120AB4507B}"/>
              </a:ext>
            </a:extLst>
          </p:cNvPr>
          <p:cNvSpPr txBox="1"/>
          <p:nvPr/>
        </p:nvSpPr>
        <p:spPr>
          <a:xfrm>
            <a:off x="555171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130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1231F154-B9EE-2243-7BB2-73F6AD3B37CB}"/>
              </a:ext>
            </a:extLst>
          </p:cNvPr>
          <p:cNvSpPr txBox="1"/>
          <p:nvPr/>
        </p:nvSpPr>
        <p:spPr>
          <a:xfrm>
            <a:off x="5917476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140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22D9CD89-924A-76F5-284A-64B4EEA478DC}"/>
              </a:ext>
            </a:extLst>
          </p:cNvPr>
          <p:cNvSpPr txBox="1"/>
          <p:nvPr/>
        </p:nvSpPr>
        <p:spPr>
          <a:xfrm>
            <a:off x="6270174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150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D0FB4AE8-AE77-4077-2455-BF6283DF099E}"/>
              </a:ext>
            </a:extLst>
          </p:cNvPr>
          <p:cNvSpPr txBox="1"/>
          <p:nvPr/>
        </p:nvSpPr>
        <p:spPr>
          <a:xfrm>
            <a:off x="6635934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160</a:t>
            </a:r>
          </a:p>
        </p:txBody>
      </p:sp>
      <p:sp>
        <p:nvSpPr>
          <p:cNvPr id="98" name="CaixaDeTexto 97">
            <a:extLst>
              <a:ext uri="{FF2B5EF4-FFF2-40B4-BE49-F238E27FC236}">
                <a16:creationId xmlns:a16="http://schemas.microsoft.com/office/drawing/2014/main" id="{4DCF8077-709A-82F0-CDCD-1A4B72F5C246}"/>
              </a:ext>
            </a:extLst>
          </p:cNvPr>
          <p:cNvSpPr txBox="1"/>
          <p:nvPr/>
        </p:nvSpPr>
        <p:spPr>
          <a:xfrm>
            <a:off x="7001694" y="7851063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170</a:t>
            </a: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01323820-C01E-2128-D3FB-54BEBCE66ABD}"/>
              </a:ext>
            </a:extLst>
          </p:cNvPr>
          <p:cNvSpPr txBox="1"/>
          <p:nvPr/>
        </p:nvSpPr>
        <p:spPr>
          <a:xfrm>
            <a:off x="476795" y="7234854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05970CD6-08D6-E7C5-27F8-CBEBFAF6EC2A}"/>
              </a:ext>
            </a:extLst>
          </p:cNvPr>
          <p:cNvSpPr txBox="1"/>
          <p:nvPr/>
        </p:nvSpPr>
        <p:spPr>
          <a:xfrm>
            <a:off x="476795" y="6871584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20</a:t>
            </a:r>
          </a:p>
        </p:txBody>
      </p:sp>
      <p:sp>
        <p:nvSpPr>
          <p:cNvPr id="103" name="CaixaDeTexto 102">
            <a:extLst>
              <a:ext uri="{FF2B5EF4-FFF2-40B4-BE49-F238E27FC236}">
                <a16:creationId xmlns:a16="http://schemas.microsoft.com/office/drawing/2014/main" id="{2C23B699-BBE6-0728-3283-449A83475D89}"/>
              </a:ext>
            </a:extLst>
          </p:cNvPr>
          <p:cNvSpPr txBox="1"/>
          <p:nvPr/>
        </p:nvSpPr>
        <p:spPr>
          <a:xfrm>
            <a:off x="476795" y="6505817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30</a:t>
            </a:r>
          </a:p>
        </p:txBody>
      </p:sp>
      <p:sp>
        <p:nvSpPr>
          <p:cNvPr id="104" name="CaixaDeTexto 103">
            <a:extLst>
              <a:ext uri="{FF2B5EF4-FFF2-40B4-BE49-F238E27FC236}">
                <a16:creationId xmlns:a16="http://schemas.microsoft.com/office/drawing/2014/main" id="{B96317EF-D278-F985-D1AC-EF5E588F2926}"/>
              </a:ext>
            </a:extLst>
          </p:cNvPr>
          <p:cNvSpPr txBox="1"/>
          <p:nvPr/>
        </p:nvSpPr>
        <p:spPr>
          <a:xfrm>
            <a:off x="476795" y="6135081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40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1ABECC19-932F-AC51-0628-C467C0D2A696}"/>
              </a:ext>
            </a:extLst>
          </p:cNvPr>
          <p:cNvSpPr txBox="1"/>
          <p:nvPr/>
        </p:nvSpPr>
        <p:spPr>
          <a:xfrm>
            <a:off x="476795" y="5769321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</a:t>
            </a:r>
          </a:p>
        </p:txBody>
      </p:sp>
      <p:sp>
        <p:nvSpPr>
          <p:cNvPr id="106" name="CaixaDeTexto 105">
            <a:extLst>
              <a:ext uri="{FF2B5EF4-FFF2-40B4-BE49-F238E27FC236}">
                <a16:creationId xmlns:a16="http://schemas.microsoft.com/office/drawing/2014/main" id="{51D23C21-1ECA-7220-4289-4C6339597653}"/>
              </a:ext>
            </a:extLst>
          </p:cNvPr>
          <p:cNvSpPr txBox="1"/>
          <p:nvPr/>
        </p:nvSpPr>
        <p:spPr>
          <a:xfrm>
            <a:off x="476795" y="5415079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60</a:t>
            </a:r>
          </a:p>
        </p:txBody>
      </p:sp>
      <p:sp>
        <p:nvSpPr>
          <p:cNvPr id="107" name="CaixaDeTexto 106">
            <a:extLst>
              <a:ext uri="{FF2B5EF4-FFF2-40B4-BE49-F238E27FC236}">
                <a16:creationId xmlns:a16="http://schemas.microsoft.com/office/drawing/2014/main" id="{6602D7F6-6CF6-8AF2-F276-C2AD33C84984}"/>
              </a:ext>
            </a:extLst>
          </p:cNvPr>
          <p:cNvSpPr txBox="1"/>
          <p:nvPr/>
        </p:nvSpPr>
        <p:spPr>
          <a:xfrm>
            <a:off x="476795" y="5037801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70</a:t>
            </a:r>
          </a:p>
        </p:txBody>
      </p:sp>
      <p:sp>
        <p:nvSpPr>
          <p:cNvPr id="108" name="CaixaDeTexto 107">
            <a:extLst>
              <a:ext uri="{FF2B5EF4-FFF2-40B4-BE49-F238E27FC236}">
                <a16:creationId xmlns:a16="http://schemas.microsoft.com/office/drawing/2014/main" id="{E15A0372-D391-43DE-1F98-AACF387208B3}"/>
              </a:ext>
            </a:extLst>
          </p:cNvPr>
          <p:cNvSpPr txBox="1"/>
          <p:nvPr/>
        </p:nvSpPr>
        <p:spPr>
          <a:xfrm>
            <a:off x="476795" y="4686044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80</a:t>
            </a:r>
          </a:p>
        </p:txBody>
      </p:sp>
      <p:sp>
        <p:nvSpPr>
          <p:cNvPr id="109" name="CaixaDeTexto 108">
            <a:extLst>
              <a:ext uri="{FF2B5EF4-FFF2-40B4-BE49-F238E27FC236}">
                <a16:creationId xmlns:a16="http://schemas.microsoft.com/office/drawing/2014/main" id="{17A20FDA-2949-3ED4-30C6-82A0D2BDA0BD}"/>
              </a:ext>
            </a:extLst>
          </p:cNvPr>
          <p:cNvSpPr txBox="1"/>
          <p:nvPr/>
        </p:nvSpPr>
        <p:spPr>
          <a:xfrm>
            <a:off x="476795" y="4302248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90</a:t>
            </a:r>
          </a:p>
        </p:txBody>
      </p:sp>
      <p:sp>
        <p:nvSpPr>
          <p:cNvPr id="110" name="CaixaDeTexto 109">
            <a:extLst>
              <a:ext uri="{FF2B5EF4-FFF2-40B4-BE49-F238E27FC236}">
                <a16:creationId xmlns:a16="http://schemas.microsoft.com/office/drawing/2014/main" id="{DCE20DC1-292C-E82C-185A-AC49E16978BC}"/>
              </a:ext>
            </a:extLst>
          </p:cNvPr>
          <p:cNvSpPr txBox="1"/>
          <p:nvPr/>
        </p:nvSpPr>
        <p:spPr>
          <a:xfrm>
            <a:off x="476795" y="3951335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</a:t>
            </a:r>
          </a:p>
        </p:txBody>
      </p:sp>
      <p:sp>
        <p:nvSpPr>
          <p:cNvPr id="111" name="CaixaDeTexto 110">
            <a:extLst>
              <a:ext uri="{FF2B5EF4-FFF2-40B4-BE49-F238E27FC236}">
                <a16:creationId xmlns:a16="http://schemas.microsoft.com/office/drawing/2014/main" id="{C2CFA55A-E87F-2A90-1287-B54BA5FCD7FD}"/>
              </a:ext>
            </a:extLst>
          </p:cNvPr>
          <p:cNvSpPr txBox="1"/>
          <p:nvPr/>
        </p:nvSpPr>
        <p:spPr>
          <a:xfrm>
            <a:off x="476795" y="3571556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110</a:t>
            </a:r>
          </a:p>
        </p:txBody>
      </p:sp>
      <p:sp>
        <p:nvSpPr>
          <p:cNvPr id="112" name="CaixaDeTexto 111">
            <a:extLst>
              <a:ext uri="{FF2B5EF4-FFF2-40B4-BE49-F238E27FC236}">
                <a16:creationId xmlns:a16="http://schemas.microsoft.com/office/drawing/2014/main" id="{A0633A56-AE67-C4B5-0E7F-8F2C32EE71E8}"/>
              </a:ext>
            </a:extLst>
          </p:cNvPr>
          <p:cNvSpPr txBox="1"/>
          <p:nvPr/>
        </p:nvSpPr>
        <p:spPr>
          <a:xfrm>
            <a:off x="476795" y="3220519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120</a:t>
            </a:r>
          </a:p>
        </p:txBody>
      </p:sp>
      <p:sp>
        <p:nvSpPr>
          <p:cNvPr id="113" name="CaixaDeTexto 112">
            <a:extLst>
              <a:ext uri="{FF2B5EF4-FFF2-40B4-BE49-F238E27FC236}">
                <a16:creationId xmlns:a16="http://schemas.microsoft.com/office/drawing/2014/main" id="{006BEF27-3265-7CA0-B01C-F4A5DC957068}"/>
              </a:ext>
            </a:extLst>
          </p:cNvPr>
          <p:cNvSpPr txBox="1"/>
          <p:nvPr/>
        </p:nvSpPr>
        <p:spPr>
          <a:xfrm>
            <a:off x="476795" y="2868648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130</a:t>
            </a:r>
          </a:p>
        </p:txBody>
      </p:sp>
      <p:sp>
        <p:nvSpPr>
          <p:cNvPr id="114" name="CaixaDeTexto 113">
            <a:extLst>
              <a:ext uri="{FF2B5EF4-FFF2-40B4-BE49-F238E27FC236}">
                <a16:creationId xmlns:a16="http://schemas.microsoft.com/office/drawing/2014/main" id="{A80D0598-8A41-E33C-CE88-5CC0402F7B1D}"/>
              </a:ext>
            </a:extLst>
          </p:cNvPr>
          <p:cNvSpPr txBox="1"/>
          <p:nvPr/>
        </p:nvSpPr>
        <p:spPr>
          <a:xfrm>
            <a:off x="476795" y="2498019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140</a:t>
            </a:r>
          </a:p>
        </p:txBody>
      </p:sp>
      <p:sp>
        <p:nvSpPr>
          <p:cNvPr id="115" name="CaixaDeTexto 114">
            <a:extLst>
              <a:ext uri="{FF2B5EF4-FFF2-40B4-BE49-F238E27FC236}">
                <a16:creationId xmlns:a16="http://schemas.microsoft.com/office/drawing/2014/main" id="{D4C542ED-F276-647F-32BE-DBF51D0AE49D}"/>
              </a:ext>
            </a:extLst>
          </p:cNvPr>
          <p:cNvSpPr txBox="1"/>
          <p:nvPr/>
        </p:nvSpPr>
        <p:spPr>
          <a:xfrm>
            <a:off x="476795" y="2158387"/>
            <a:ext cx="5486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150</a:t>
            </a:r>
          </a:p>
        </p:txBody>
      </p:sp>
      <p:sp>
        <p:nvSpPr>
          <p:cNvPr id="116" name="CaixaDeTexto 115">
            <a:extLst>
              <a:ext uri="{FF2B5EF4-FFF2-40B4-BE49-F238E27FC236}">
                <a16:creationId xmlns:a16="http://schemas.microsoft.com/office/drawing/2014/main" id="{C62B540B-BCF5-9DFA-CE90-86155534CF7F}"/>
              </a:ext>
            </a:extLst>
          </p:cNvPr>
          <p:cNvSpPr txBox="1"/>
          <p:nvPr/>
        </p:nvSpPr>
        <p:spPr>
          <a:xfrm>
            <a:off x="7857307" y="7624035"/>
            <a:ext cx="54864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R$</a:t>
            </a:r>
          </a:p>
        </p:txBody>
      </p:sp>
      <p:sp>
        <p:nvSpPr>
          <p:cNvPr id="117" name="CaixaDeTexto 116">
            <a:extLst>
              <a:ext uri="{FF2B5EF4-FFF2-40B4-BE49-F238E27FC236}">
                <a16:creationId xmlns:a16="http://schemas.microsoft.com/office/drawing/2014/main" id="{CF0A2331-2789-392E-E164-568D2B571E6B}"/>
              </a:ext>
            </a:extLst>
          </p:cNvPr>
          <p:cNvSpPr txBox="1"/>
          <p:nvPr/>
        </p:nvSpPr>
        <p:spPr>
          <a:xfrm>
            <a:off x="744583" y="1428193"/>
            <a:ext cx="54864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GB</a:t>
            </a:r>
          </a:p>
        </p:txBody>
      </p:sp>
      <p:sp>
        <p:nvSpPr>
          <p:cNvPr id="129" name="Elipse 128">
            <a:extLst>
              <a:ext uri="{FF2B5EF4-FFF2-40B4-BE49-F238E27FC236}">
                <a16:creationId xmlns:a16="http://schemas.microsoft.com/office/drawing/2014/main" id="{05BAD1AC-0658-6596-431B-C24B673ECE86}"/>
              </a:ext>
            </a:extLst>
          </p:cNvPr>
          <p:cNvSpPr/>
          <p:nvPr/>
        </p:nvSpPr>
        <p:spPr>
          <a:xfrm>
            <a:off x="14931360" y="1149530"/>
            <a:ext cx="129600" cy="129600"/>
          </a:xfrm>
          <a:prstGeom prst="ellipse">
            <a:avLst/>
          </a:prstGeom>
          <a:solidFill>
            <a:srgbClr val="AC75D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30" name="Elipse 129">
            <a:extLst>
              <a:ext uri="{FF2B5EF4-FFF2-40B4-BE49-F238E27FC236}">
                <a16:creationId xmlns:a16="http://schemas.microsoft.com/office/drawing/2014/main" id="{6383A873-E8DE-0B16-60DD-6B79D23F4DC8}"/>
              </a:ext>
            </a:extLst>
          </p:cNvPr>
          <p:cNvSpPr/>
          <p:nvPr/>
        </p:nvSpPr>
        <p:spPr>
          <a:xfrm>
            <a:off x="14931360" y="1751450"/>
            <a:ext cx="129600" cy="1296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41" name="Elipse 140">
            <a:extLst>
              <a:ext uri="{FF2B5EF4-FFF2-40B4-BE49-F238E27FC236}">
                <a16:creationId xmlns:a16="http://schemas.microsoft.com/office/drawing/2014/main" id="{269585B7-45C4-014D-8D00-CAA163F92C93}"/>
              </a:ext>
            </a:extLst>
          </p:cNvPr>
          <p:cNvSpPr/>
          <p:nvPr/>
        </p:nvSpPr>
        <p:spPr>
          <a:xfrm>
            <a:off x="14931360" y="1410791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53" name="Elipse 152">
            <a:extLst>
              <a:ext uri="{FF2B5EF4-FFF2-40B4-BE49-F238E27FC236}">
                <a16:creationId xmlns:a16="http://schemas.microsoft.com/office/drawing/2014/main" id="{ED2E9D85-E133-FF32-28CA-2195D696450C}"/>
              </a:ext>
            </a:extLst>
          </p:cNvPr>
          <p:cNvSpPr/>
          <p:nvPr/>
        </p:nvSpPr>
        <p:spPr>
          <a:xfrm>
            <a:off x="14931360" y="2143339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3" name="Elipse 202">
            <a:extLst>
              <a:ext uri="{FF2B5EF4-FFF2-40B4-BE49-F238E27FC236}">
                <a16:creationId xmlns:a16="http://schemas.microsoft.com/office/drawing/2014/main" id="{A4C89F2B-FCBD-D23B-C3AF-7AA6CC85E2CD}"/>
              </a:ext>
            </a:extLst>
          </p:cNvPr>
          <p:cNvSpPr/>
          <p:nvPr/>
        </p:nvSpPr>
        <p:spPr>
          <a:xfrm>
            <a:off x="14931360" y="2782392"/>
            <a:ext cx="129600" cy="129600"/>
          </a:xfrm>
          <a:prstGeom prst="ellipse">
            <a:avLst/>
          </a:prstGeom>
          <a:solidFill>
            <a:srgbClr val="FF6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4" name="Elipse 203">
            <a:extLst>
              <a:ext uri="{FF2B5EF4-FFF2-40B4-BE49-F238E27FC236}">
                <a16:creationId xmlns:a16="http://schemas.microsoft.com/office/drawing/2014/main" id="{B85E5B8F-3485-2E27-644E-6CF06BDD0DF2}"/>
              </a:ext>
            </a:extLst>
          </p:cNvPr>
          <p:cNvSpPr/>
          <p:nvPr/>
        </p:nvSpPr>
        <p:spPr>
          <a:xfrm>
            <a:off x="14931360" y="3148152"/>
            <a:ext cx="129600" cy="129600"/>
          </a:xfrm>
          <a:prstGeom prst="ellipse">
            <a:avLst/>
          </a:prstGeom>
          <a:solidFill>
            <a:srgbClr val="FF68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16" name="CaixaDeTexto 215">
            <a:extLst>
              <a:ext uri="{FF2B5EF4-FFF2-40B4-BE49-F238E27FC236}">
                <a16:creationId xmlns:a16="http://schemas.microsoft.com/office/drawing/2014/main" id="{575ACF3B-3B2B-CF50-629E-787C3DA7825D}"/>
              </a:ext>
            </a:extLst>
          </p:cNvPr>
          <p:cNvSpPr txBox="1"/>
          <p:nvPr/>
        </p:nvSpPr>
        <p:spPr>
          <a:xfrm>
            <a:off x="1058101" y="5821149"/>
            <a:ext cx="875204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Controle</a:t>
            </a:r>
          </a:p>
        </p:txBody>
      </p:sp>
      <p:sp>
        <p:nvSpPr>
          <p:cNvPr id="217" name="CaixaDeTexto 216">
            <a:extLst>
              <a:ext uri="{FF2B5EF4-FFF2-40B4-BE49-F238E27FC236}">
                <a16:creationId xmlns:a16="http://schemas.microsoft.com/office/drawing/2014/main" id="{CB5CB220-7D79-576E-8302-18EE0C09C828}"/>
              </a:ext>
            </a:extLst>
          </p:cNvPr>
          <p:cNvSpPr txBox="1"/>
          <p:nvPr/>
        </p:nvSpPr>
        <p:spPr>
          <a:xfrm>
            <a:off x="1018908" y="2098451"/>
            <a:ext cx="54864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Pós</a:t>
            </a: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3B0F344E-0556-6CA7-A531-3866A6A78518}"/>
              </a:ext>
            </a:extLst>
          </p:cNvPr>
          <p:cNvSpPr/>
          <p:nvPr/>
        </p:nvSpPr>
        <p:spPr>
          <a:xfrm>
            <a:off x="244302" y="42838"/>
            <a:ext cx="6940272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41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Análise da </a:t>
            </a:r>
            <a:r>
              <a:rPr lang="en-US" sz="41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Concorrência</a:t>
            </a:r>
            <a:endParaRPr lang="en-US" sz="4100" dirty="0"/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B6E5EB6F-F33A-7B39-43AC-B4E5319B96D1}"/>
              </a:ext>
            </a:extLst>
          </p:cNvPr>
          <p:cNvSpPr/>
          <p:nvPr/>
        </p:nvSpPr>
        <p:spPr>
          <a:xfrm>
            <a:off x="244301" y="621914"/>
            <a:ext cx="7109573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32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Planos</a:t>
            </a: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e </a:t>
            </a:r>
            <a:r>
              <a:rPr lang="en-US" sz="3200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Ofertas</a:t>
            </a: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– </a:t>
            </a:r>
            <a:r>
              <a:rPr lang="en-US" sz="3200" b="1" dirty="0">
                <a:solidFill>
                  <a:srgbClr val="FF68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Combo </a:t>
            </a:r>
            <a:r>
              <a:rPr lang="en-US" sz="3200" b="1" dirty="0" err="1">
                <a:solidFill>
                  <a:srgbClr val="FF68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visão</a:t>
            </a:r>
            <a:r>
              <a:rPr lang="en-US" sz="3200" b="1" dirty="0">
                <a:solidFill>
                  <a:srgbClr val="FF68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</a:t>
            </a:r>
            <a:r>
              <a:rPr lang="en-US" sz="3200" b="1" dirty="0" err="1">
                <a:solidFill>
                  <a:srgbClr val="FF68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Móvel</a:t>
            </a:r>
            <a:endParaRPr lang="en-US" sz="3200" b="1" dirty="0">
              <a:solidFill>
                <a:srgbClr val="FF6800"/>
              </a:solidFill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B23C5DFC-7BFA-725B-18B7-45DC5EFBCE9F}"/>
              </a:ext>
            </a:extLst>
          </p:cNvPr>
          <p:cNvSpPr/>
          <p:nvPr/>
        </p:nvSpPr>
        <p:spPr>
          <a:xfrm>
            <a:off x="14931360" y="3640075"/>
            <a:ext cx="129600" cy="1296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cxnSp>
        <p:nvCxnSpPr>
          <p:cNvPr id="171" name="Conector reto 170">
            <a:extLst>
              <a:ext uri="{FF2B5EF4-FFF2-40B4-BE49-F238E27FC236}">
                <a16:creationId xmlns:a16="http://schemas.microsoft.com/office/drawing/2014/main" id="{07F3A37A-3989-317E-EC39-E6E28D833DEC}"/>
              </a:ext>
            </a:extLst>
          </p:cNvPr>
          <p:cNvCxnSpPr>
            <a:cxnSpLocks/>
          </p:cNvCxnSpPr>
          <p:nvPr/>
        </p:nvCxnSpPr>
        <p:spPr>
          <a:xfrm>
            <a:off x="8375845" y="1428193"/>
            <a:ext cx="0" cy="6432949"/>
          </a:xfrm>
          <a:prstGeom prst="line">
            <a:avLst/>
          </a:prstGeom>
          <a:ln>
            <a:solidFill>
              <a:srgbClr val="FF68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Seta: Divisa 171">
            <a:extLst>
              <a:ext uri="{FF2B5EF4-FFF2-40B4-BE49-F238E27FC236}">
                <a16:creationId xmlns:a16="http://schemas.microsoft.com/office/drawing/2014/main" id="{6B51776E-99BB-793D-9135-BC48B7B8FB50}"/>
              </a:ext>
            </a:extLst>
          </p:cNvPr>
          <p:cNvSpPr/>
          <p:nvPr/>
        </p:nvSpPr>
        <p:spPr>
          <a:xfrm>
            <a:off x="8236377" y="4625063"/>
            <a:ext cx="334647" cy="274786"/>
          </a:xfrm>
          <a:prstGeom prst="chevron">
            <a:avLst/>
          </a:prstGeom>
          <a:solidFill>
            <a:srgbClr val="FF6800"/>
          </a:solidFill>
          <a:ln>
            <a:solidFill>
              <a:srgbClr val="FF68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193" name="Elipse 192">
            <a:extLst>
              <a:ext uri="{FF2B5EF4-FFF2-40B4-BE49-F238E27FC236}">
                <a16:creationId xmlns:a16="http://schemas.microsoft.com/office/drawing/2014/main" id="{524DA012-0787-8BD0-EC82-170A1E216576}"/>
              </a:ext>
            </a:extLst>
          </p:cNvPr>
          <p:cNvSpPr/>
          <p:nvPr/>
        </p:nvSpPr>
        <p:spPr>
          <a:xfrm>
            <a:off x="15091001" y="5990671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4" name="Elipse 193">
            <a:extLst>
              <a:ext uri="{FF2B5EF4-FFF2-40B4-BE49-F238E27FC236}">
                <a16:creationId xmlns:a16="http://schemas.microsoft.com/office/drawing/2014/main" id="{51B186E9-1497-F830-C839-66E06CB03DAE}"/>
              </a:ext>
            </a:extLst>
          </p:cNvPr>
          <p:cNvSpPr/>
          <p:nvPr/>
        </p:nvSpPr>
        <p:spPr>
          <a:xfrm>
            <a:off x="15091001" y="6234113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5" name="Elipse 194">
            <a:extLst>
              <a:ext uri="{FF2B5EF4-FFF2-40B4-BE49-F238E27FC236}">
                <a16:creationId xmlns:a16="http://schemas.microsoft.com/office/drawing/2014/main" id="{F4EEB655-B4C8-2A33-1686-80D034EA806E}"/>
              </a:ext>
            </a:extLst>
          </p:cNvPr>
          <p:cNvSpPr/>
          <p:nvPr/>
        </p:nvSpPr>
        <p:spPr>
          <a:xfrm>
            <a:off x="15091001" y="6477555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6" name="Elipse 195">
            <a:extLst>
              <a:ext uri="{FF2B5EF4-FFF2-40B4-BE49-F238E27FC236}">
                <a16:creationId xmlns:a16="http://schemas.microsoft.com/office/drawing/2014/main" id="{F32F64E9-D52D-CC05-75D5-3476385DD640}"/>
              </a:ext>
            </a:extLst>
          </p:cNvPr>
          <p:cNvSpPr/>
          <p:nvPr/>
        </p:nvSpPr>
        <p:spPr>
          <a:xfrm>
            <a:off x="15091001" y="6720996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7" name="Elipse 196">
            <a:extLst>
              <a:ext uri="{FF2B5EF4-FFF2-40B4-BE49-F238E27FC236}">
                <a16:creationId xmlns:a16="http://schemas.microsoft.com/office/drawing/2014/main" id="{2C73F577-D775-30A9-D6B3-234497B6FC1B}"/>
              </a:ext>
            </a:extLst>
          </p:cNvPr>
          <p:cNvSpPr/>
          <p:nvPr/>
        </p:nvSpPr>
        <p:spPr>
          <a:xfrm>
            <a:off x="15075761" y="5751280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8" name="Elipse 197">
            <a:extLst>
              <a:ext uri="{FF2B5EF4-FFF2-40B4-BE49-F238E27FC236}">
                <a16:creationId xmlns:a16="http://schemas.microsoft.com/office/drawing/2014/main" id="{F2E29CBF-9E7D-89C3-66DC-AAD626C3F87B}"/>
              </a:ext>
            </a:extLst>
          </p:cNvPr>
          <p:cNvSpPr/>
          <p:nvPr/>
        </p:nvSpPr>
        <p:spPr>
          <a:xfrm>
            <a:off x="15075761" y="5518254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99" name="Elipse 198">
            <a:extLst>
              <a:ext uri="{FF2B5EF4-FFF2-40B4-BE49-F238E27FC236}">
                <a16:creationId xmlns:a16="http://schemas.microsoft.com/office/drawing/2014/main" id="{BCF86CD3-0CF2-193D-9436-2C1C8ADDF15B}"/>
              </a:ext>
            </a:extLst>
          </p:cNvPr>
          <p:cNvSpPr/>
          <p:nvPr/>
        </p:nvSpPr>
        <p:spPr>
          <a:xfrm>
            <a:off x="15075761" y="5285227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0" name="Elipse 199">
            <a:extLst>
              <a:ext uri="{FF2B5EF4-FFF2-40B4-BE49-F238E27FC236}">
                <a16:creationId xmlns:a16="http://schemas.microsoft.com/office/drawing/2014/main" id="{E70315D0-3D68-A5CC-09AB-F231023F9F55}"/>
              </a:ext>
            </a:extLst>
          </p:cNvPr>
          <p:cNvSpPr/>
          <p:nvPr/>
        </p:nvSpPr>
        <p:spPr>
          <a:xfrm>
            <a:off x="15075761" y="5052200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1" name="Elipse 200">
            <a:extLst>
              <a:ext uri="{FF2B5EF4-FFF2-40B4-BE49-F238E27FC236}">
                <a16:creationId xmlns:a16="http://schemas.microsoft.com/office/drawing/2014/main" id="{484367F8-207B-6E9D-A51E-C549378A767B}"/>
              </a:ext>
            </a:extLst>
          </p:cNvPr>
          <p:cNvSpPr/>
          <p:nvPr/>
        </p:nvSpPr>
        <p:spPr>
          <a:xfrm>
            <a:off x="15075761" y="4819173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202" name="Text 0">
            <a:extLst>
              <a:ext uri="{FF2B5EF4-FFF2-40B4-BE49-F238E27FC236}">
                <a16:creationId xmlns:a16="http://schemas.microsoft.com/office/drawing/2014/main" id="{BF8FB066-2F27-6D88-6581-C2F01E82B7B7}"/>
              </a:ext>
            </a:extLst>
          </p:cNvPr>
          <p:cNvSpPr/>
          <p:nvPr/>
        </p:nvSpPr>
        <p:spPr>
          <a:xfrm>
            <a:off x="8857414" y="2694280"/>
            <a:ext cx="4575894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150"/>
              </a:lnSpc>
              <a:buNone/>
            </a:pPr>
            <a:r>
              <a:rPr lang="en-US" sz="2000" b="1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Ofertas</a:t>
            </a:r>
            <a:r>
              <a:rPr lang="en-US" sz="200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Combo</a:t>
            </a:r>
            <a:endParaRPr lang="en-US" sz="2000" b="1" dirty="0">
              <a:solidFill>
                <a:srgbClr val="FF6800"/>
              </a:solidFill>
            </a:endParaRPr>
          </a:p>
        </p:txBody>
      </p:sp>
      <p:sp>
        <p:nvSpPr>
          <p:cNvPr id="210" name="CaixaDeTexto 209">
            <a:extLst>
              <a:ext uri="{FF2B5EF4-FFF2-40B4-BE49-F238E27FC236}">
                <a16:creationId xmlns:a16="http://schemas.microsoft.com/office/drawing/2014/main" id="{C62AE022-ADE7-451B-416B-99C9DECD0877}"/>
              </a:ext>
            </a:extLst>
          </p:cNvPr>
          <p:cNvSpPr txBox="1"/>
          <p:nvPr/>
        </p:nvSpPr>
        <p:spPr>
          <a:xfrm>
            <a:off x="1018908" y="6680601"/>
            <a:ext cx="548640" cy="2954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 err="1">
                <a:latin typeface="Source Sans Pro" panose="020B0503030403020204" pitchFamily="34" charset="0"/>
                <a:ea typeface="Source Sans Pro" panose="020B0503030403020204" pitchFamily="34" charset="0"/>
              </a:rPr>
              <a:t>Pré</a:t>
            </a:r>
            <a:endParaRPr lang="pt-BR" sz="1320" b="1" dirty="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9" name="Elipse 118">
            <a:extLst>
              <a:ext uri="{FF2B5EF4-FFF2-40B4-BE49-F238E27FC236}">
                <a16:creationId xmlns:a16="http://schemas.microsoft.com/office/drawing/2014/main" id="{0F2A6FDB-3C1B-5AB1-D3C5-E2386BE950C4}"/>
              </a:ext>
            </a:extLst>
          </p:cNvPr>
          <p:cNvSpPr/>
          <p:nvPr/>
        </p:nvSpPr>
        <p:spPr>
          <a:xfrm>
            <a:off x="2835155" y="5847234"/>
            <a:ext cx="129600" cy="129600"/>
          </a:xfrm>
          <a:prstGeom prst="ellipse">
            <a:avLst/>
          </a:prstGeom>
          <a:solidFill>
            <a:srgbClr val="FF6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20" name="Elipse 119">
            <a:extLst>
              <a:ext uri="{FF2B5EF4-FFF2-40B4-BE49-F238E27FC236}">
                <a16:creationId xmlns:a16="http://schemas.microsoft.com/office/drawing/2014/main" id="{B34EA6FA-CA05-87CF-9038-E4D137647A4C}"/>
              </a:ext>
            </a:extLst>
          </p:cNvPr>
          <p:cNvSpPr/>
          <p:nvPr/>
        </p:nvSpPr>
        <p:spPr>
          <a:xfrm>
            <a:off x="3931921" y="4019416"/>
            <a:ext cx="129600" cy="129600"/>
          </a:xfrm>
          <a:prstGeom prst="ellipse">
            <a:avLst/>
          </a:prstGeom>
          <a:solidFill>
            <a:srgbClr val="FF6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21" name="CaixaDeTexto 120">
            <a:extLst>
              <a:ext uri="{FF2B5EF4-FFF2-40B4-BE49-F238E27FC236}">
                <a16:creationId xmlns:a16="http://schemas.microsoft.com/office/drawing/2014/main" id="{E9E7AEBA-6F72-DDCC-2CD5-EB9680AAF7A1}"/>
              </a:ext>
            </a:extLst>
          </p:cNvPr>
          <p:cNvSpPr txBox="1"/>
          <p:nvPr/>
        </p:nvSpPr>
        <p:spPr>
          <a:xfrm>
            <a:off x="2803096" y="5856251"/>
            <a:ext cx="101125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50GB</a:t>
            </a:r>
          </a:p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R$ 49,99</a:t>
            </a:r>
          </a:p>
        </p:txBody>
      </p:sp>
      <p:sp>
        <p:nvSpPr>
          <p:cNvPr id="122" name="CaixaDeTexto 121">
            <a:extLst>
              <a:ext uri="{FF2B5EF4-FFF2-40B4-BE49-F238E27FC236}">
                <a16:creationId xmlns:a16="http://schemas.microsoft.com/office/drawing/2014/main" id="{EEFF7B4C-26AD-8C28-7618-1283DF4E7ACD}"/>
              </a:ext>
            </a:extLst>
          </p:cNvPr>
          <p:cNvSpPr txBox="1"/>
          <p:nvPr/>
        </p:nvSpPr>
        <p:spPr>
          <a:xfrm>
            <a:off x="3648664" y="3519391"/>
            <a:ext cx="101125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100GB</a:t>
            </a:r>
          </a:p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R$ 79,99</a:t>
            </a:r>
          </a:p>
        </p:txBody>
      </p:sp>
      <p:sp>
        <p:nvSpPr>
          <p:cNvPr id="123" name="Elipse 122">
            <a:extLst>
              <a:ext uri="{FF2B5EF4-FFF2-40B4-BE49-F238E27FC236}">
                <a16:creationId xmlns:a16="http://schemas.microsoft.com/office/drawing/2014/main" id="{B67383C5-BC99-D1AF-0960-1F3F331D0C51}"/>
              </a:ext>
            </a:extLst>
          </p:cNvPr>
          <p:cNvSpPr/>
          <p:nvPr/>
        </p:nvSpPr>
        <p:spPr>
          <a:xfrm>
            <a:off x="2838210" y="4019416"/>
            <a:ext cx="129600" cy="129600"/>
          </a:xfrm>
          <a:prstGeom prst="ellipse">
            <a:avLst/>
          </a:prstGeom>
          <a:solidFill>
            <a:srgbClr val="FF6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24" name="CaixaDeTexto 123">
            <a:extLst>
              <a:ext uri="{FF2B5EF4-FFF2-40B4-BE49-F238E27FC236}">
                <a16:creationId xmlns:a16="http://schemas.microsoft.com/office/drawing/2014/main" id="{6347D121-2593-18CD-4674-4F503D661227}"/>
              </a:ext>
            </a:extLst>
          </p:cNvPr>
          <p:cNvSpPr txBox="1"/>
          <p:nvPr/>
        </p:nvSpPr>
        <p:spPr>
          <a:xfrm>
            <a:off x="2123059" y="3556600"/>
            <a:ext cx="101125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100GB</a:t>
            </a:r>
          </a:p>
          <a:p>
            <a:pPr algn="ctr"/>
            <a:r>
              <a:rPr lang="pt-BR" sz="132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R$ 49,99</a:t>
            </a:r>
          </a:p>
        </p:txBody>
      </p:sp>
      <p:cxnSp>
        <p:nvCxnSpPr>
          <p:cNvPr id="128" name="Conector reto 127">
            <a:extLst>
              <a:ext uri="{FF2B5EF4-FFF2-40B4-BE49-F238E27FC236}">
                <a16:creationId xmlns:a16="http://schemas.microsoft.com/office/drawing/2014/main" id="{D0E855B5-F68D-CBAE-1831-F7464D5DD134}"/>
              </a:ext>
            </a:extLst>
          </p:cNvPr>
          <p:cNvCxnSpPr>
            <a:cxnSpLocks/>
          </p:cNvCxnSpPr>
          <p:nvPr/>
        </p:nvCxnSpPr>
        <p:spPr>
          <a:xfrm flipH="1" flipV="1">
            <a:off x="2864395" y="5940081"/>
            <a:ext cx="127000" cy="36753"/>
          </a:xfrm>
          <a:prstGeom prst="line">
            <a:avLst/>
          </a:prstGeom>
          <a:ln>
            <a:solidFill>
              <a:srgbClr val="FF6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Elipse 131">
            <a:extLst>
              <a:ext uri="{FF2B5EF4-FFF2-40B4-BE49-F238E27FC236}">
                <a16:creationId xmlns:a16="http://schemas.microsoft.com/office/drawing/2014/main" id="{9F34B4BB-7894-96D7-E353-12A2E59B18E5}"/>
              </a:ext>
            </a:extLst>
          </p:cNvPr>
          <p:cNvSpPr/>
          <p:nvPr/>
        </p:nvSpPr>
        <p:spPr>
          <a:xfrm>
            <a:off x="3931921" y="5482457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33" name="Elipse 132">
            <a:extLst>
              <a:ext uri="{FF2B5EF4-FFF2-40B4-BE49-F238E27FC236}">
                <a16:creationId xmlns:a16="http://schemas.microsoft.com/office/drawing/2014/main" id="{2CB74774-E331-5364-D0B9-F62FB16B242A}"/>
              </a:ext>
            </a:extLst>
          </p:cNvPr>
          <p:cNvSpPr/>
          <p:nvPr/>
        </p:nvSpPr>
        <p:spPr>
          <a:xfrm>
            <a:off x="3931921" y="5181496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34" name="Elipse 133">
            <a:extLst>
              <a:ext uri="{FF2B5EF4-FFF2-40B4-BE49-F238E27FC236}">
                <a16:creationId xmlns:a16="http://schemas.microsoft.com/office/drawing/2014/main" id="{880DB827-FCDA-5013-81D6-6210F2649508}"/>
              </a:ext>
            </a:extLst>
          </p:cNvPr>
          <p:cNvSpPr/>
          <p:nvPr/>
        </p:nvSpPr>
        <p:spPr>
          <a:xfrm>
            <a:off x="3583864" y="5482457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36" name="Elipse 135">
            <a:extLst>
              <a:ext uri="{FF2B5EF4-FFF2-40B4-BE49-F238E27FC236}">
                <a16:creationId xmlns:a16="http://schemas.microsoft.com/office/drawing/2014/main" id="{D94D3C11-1CE7-54B1-94F7-3BA28C817AB2}"/>
              </a:ext>
            </a:extLst>
          </p:cNvPr>
          <p:cNvSpPr/>
          <p:nvPr/>
        </p:nvSpPr>
        <p:spPr>
          <a:xfrm>
            <a:off x="2469395" y="6395608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37" name="Elipse 136">
            <a:extLst>
              <a:ext uri="{FF2B5EF4-FFF2-40B4-BE49-F238E27FC236}">
                <a16:creationId xmlns:a16="http://schemas.microsoft.com/office/drawing/2014/main" id="{E1AE65F8-6B3C-DCBF-ACE0-E6B182544F94}"/>
              </a:ext>
            </a:extLst>
          </p:cNvPr>
          <p:cNvSpPr/>
          <p:nvPr/>
        </p:nvSpPr>
        <p:spPr>
          <a:xfrm>
            <a:off x="3141199" y="5482457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38" name="Elipse 137">
            <a:extLst>
              <a:ext uri="{FF2B5EF4-FFF2-40B4-BE49-F238E27FC236}">
                <a16:creationId xmlns:a16="http://schemas.microsoft.com/office/drawing/2014/main" id="{C66DA943-E1A6-62E4-DE24-DD064A551821}"/>
              </a:ext>
            </a:extLst>
          </p:cNvPr>
          <p:cNvSpPr/>
          <p:nvPr/>
        </p:nvSpPr>
        <p:spPr>
          <a:xfrm>
            <a:off x="4298193" y="4932962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42" name="Elipse 141">
            <a:extLst>
              <a:ext uri="{FF2B5EF4-FFF2-40B4-BE49-F238E27FC236}">
                <a16:creationId xmlns:a16="http://schemas.microsoft.com/office/drawing/2014/main" id="{9246CF7A-06BF-C443-402A-E52BC34BD83C}"/>
              </a:ext>
            </a:extLst>
          </p:cNvPr>
          <p:cNvSpPr/>
          <p:nvPr/>
        </p:nvSpPr>
        <p:spPr>
          <a:xfrm>
            <a:off x="8671057" y="3801530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43" name="Elipse 142">
            <a:extLst>
              <a:ext uri="{FF2B5EF4-FFF2-40B4-BE49-F238E27FC236}">
                <a16:creationId xmlns:a16="http://schemas.microsoft.com/office/drawing/2014/main" id="{13B89FB8-AD9F-AEA2-08B6-15BA90E39532}"/>
              </a:ext>
            </a:extLst>
          </p:cNvPr>
          <p:cNvSpPr/>
          <p:nvPr/>
        </p:nvSpPr>
        <p:spPr>
          <a:xfrm>
            <a:off x="8671057" y="4039648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44" name="Elipse 143">
            <a:extLst>
              <a:ext uri="{FF2B5EF4-FFF2-40B4-BE49-F238E27FC236}">
                <a16:creationId xmlns:a16="http://schemas.microsoft.com/office/drawing/2014/main" id="{6CF9E00C-937C-FC22-DEDB-4863C4411CB3}"/>
              </a:ext>
            </a:extLst>
          </p:cNvPr>
          <p:cNvSpPr/>
          <p:nvPr/>
        </p:nvSpPr>
        <p:spPr>
          <a:xfrm>
            <a:off x="8671057" y="4277766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45" name="Elipse 144">
            <a:extLst>
              <a:ext uri="{FF2B5EF4-FFF2-40B4-BE49-F238E27FC236}">
                <a16:creationId xmlns:a16="http://schemas.microsoft.com/office/drawing/2014/main" id="{D3AC66E1-3FDA-821D-EADB-7005944BF46E}"/>
              </a:ext>
            </a:extLst>
          </p:cNvPr>
          <p:cNvSpPr/>
          <p:nvPr/>
        </p:nvSpPr>
        <p:spPr>
          <a:xfrm>
            <a:off x="8671057" y="4515883"/>
            <a:ext cx="129600" cy="129600"/>
          </a:xfrm>
          <a:prstGeom prst="ellipse">
            <a:avLst/>
          </a:prstGeom>
          <a:solidFill>
            <a:srgbClr val="AC75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47" name="Elipse 146">
            <a:extLst>
              <a:ext uri="{FF2B5EF4-FFF2-40B4-BE49-F238E27FC236}">
                <a16:creationId xmlns:a16="http://schemas.microsoft.com/office/drawing/2014/main" id="{292AD56C-C043-C230-CD2D-0F155966BDD1}"/>
              </a:ext>
            </a:extLst>
          </p:cNvPr>
          <p:cNvSpPr/>
          <p:nvPr/>
        </p:nvSpPr>
        <p:spPr>
          <a:xfrm>
            <a:off x="8671057" y="4775943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48" name="Elipse 147">
            <a:extLst>
              <a:ext uri="{FF2B5EF4-FFF2-40B4-BE49-F238E27FC236}">
                <a16:creationId xmlns:a16="http://schemas.microsoft.com/office/drawing/2014/main" id="{29077E1E-07BB-1043-FA69-D2B3D416C906}"/>
              </a:ext>
            </a:extLst>
          </p:cNvPr>
          <p:cNvSpPr/>
          <p:nvPr/>
        </p:nvSpPr>
        <p:spPr>
          <a:xfrm>
            <a:off x="8671057" y="5011448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49" name="Elipse 148">
            <a:extLst>
              <a:ext uri="{FF2B5EF4-FFF2-40B4-BE49-F238E27FC236}">
                <a16:creationId xmlns:a16="http://schemas.microsoft.com/office/drawing/2014/main" id="{3FD2734B-1357-6CD9-C4D2-9083D27D4C4C}"/>
              </a:ext>
            </a:extLst>
          </p:cNvPr>
          <p:cNvSpPr/>
          <p:nvPr/>
        </p:nvSpPr>
        <p:spPr>
          <a:xfrm>
            <a:off x="8671057" y="5246953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sp>
        <p:nvSpPr>
          <p:cNvPr id="150" name="Elipse 149">
            <a:extLst>
              <a:ext uri="{FF2B5EF4-FFF2-40B4-BE49-F238E27FC236}">
                <a16:creationId xmlns:a16="http://schemas.microsoft.com/office/drawing/2014/main" id="{FEDB255B-D6B6-70E7-A979-3FF849465517}"/>
              </a:ext>
            </a:extLst>
          </p:cNvPr>
          <p:cNvSpPr/>
          <p:nvPr/>
        </p:nvSpPr>
        <p:spPr>
          <a:xfrm>
            <a:off x="8671057" y="5482457"/>
            <a:ext cx="129600" cy="12960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216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CE85417-BE31-E053-2390-E54231A0E3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95159" y="3340038"/>
            <a:ext cx="5706182" cy="235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9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" grpId="0" animBg="1"/>
      <p:bldP spid="120" grpId="0" animBg="1"/>
      <p:bldP spid="121" grpId="0"/>
      <p:bldP spid="122" grpId="0"/>
      <p:bldP spid="123" grpId="0" animBg="1"/>
      <p:bldP spid="1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DF51-011A-E9A7-195B-94E5F437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A79780BE-CDD1-65E3-A1AB-C8D014319161}"/>
              </a:ext>
            </a:extLst>
          </p:cNvPr>
          <p:cNvSpPr/>
          <p:nvPr/>
        </p:nvSpPr>
        <p:spPr>
          <a:xfrm>
            <a:off x="835066" y="3728025"/>
            <a:ext cx="9807534" cy="773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200"/>
              </a:lnSpc>
              <a:buNone/>
            </a:pPr>
            <a:r>
              <a:rPr lang="en-US" sz="4150" dirty="0" err="1">
                <a:solidFill>
                  <a:srgbClr val="020202"/>
                </a:solidFill>
                <a:latin typeface="PT Serif" pitchFamily="34" charset="0"/>
              </a:rPr>
              <a:t>Ações</a:t>
            </a:r>
            <a:r>
              <a:rPr lang="en-US" sz="4150" dirty="0">
                <a:solidFill>
                  <a:srgbClr val="020202"/>
                </a:solidFill>
                <a:latin typeface="PT Serif" pitchFamily="34" charset="0"/>
              </a:rPr>
              <a:t> para base de </a:t>
            </a:r>
            <a:r>
              <a:rPr lang="en-US" sz="4150" dirty="0" err="1">
                <a:solidFill>
                  <a:srgbClr val="020202"/>
                </a:solidFill>
                <a:latin typeface="PT Serif" pitchFamily="34" charset="0"/>
              </a:rPr>
              <a:t>clientes</a:t>
            </a:r>
            <a:endParaRPr lang="en-US" sz="4150" dirty="0"/>
          </a:p>
        </p:txBody>
      </p:sp>
    </p:spTree>
    <p:extLst>
      <p:ext uri="{BB962C8B-B14F-4D97-AF65-F5344CB8AC3E}">
        <p14:creationId xmlns:p14="http://schemas.microsoft.com/office/powerpoint/2010/main" val="2312808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04717" y="492366"/>
            <a:ext cx="13042822" cy="140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Todo ponto de contato com o cliente é uma oportunidade de venda.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93792" y="2913602"/>
            <a:ext cx="6332339" cy="30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92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Canais </a:t>
            </a:r>
            <a:r>
              <a:rPr lang="en-US" sz="1920" b="1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receptivos</a:t>
            </a:r>
            <a:r>
              <a:rPr lang="en-US" sz="192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: Explorando a Demanda Existente</a:t>
            </a:r>
            <a:endParaRPr lang="en-US" sz="1920" b="1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1" y="3354968"/>
            <a:ext cx="3105626" cy="1614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3110" y="3532848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URA (Voz/WhatsApp)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63110" y="3908250"/>
            <a:ext cx="2658427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Comunique o novo produto móvel em todas as chamadas, incentivando o interesse e direcionando para um vendedor.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0502" y="3354968"/>
            <a:ext cx="3105626" cy="161460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89824" y="3532848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Atendimento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289824" y="3908250"/>
            <a:ext cx="2658427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 que ligam são leads em potencial. Após resolver a demanda, aborde comercialmente com o portfólio móvel.</a:t>
            </a:r>
            <a:endParaRPr lang="en-US" sz="12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1" y="5090661"/>
            <a:ext cx="3105626" cy="161460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63110" y="5268541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Loja Física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063110" y="5643943"/>
            <a:ext cx="2658427" cy="662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Comunique a novidade do "melhor móvel da região" a todo cliente que entrar na loja, sem exceção.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0502" y="5090661"/>
            <a:ext cx="3105626" cy="161460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89824" y="5268541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Receptivo Comercial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4289824" y="5643944"/>
            <a:ext cx="2658427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 dedicado para receber clientes interessados, vindos de canais ativos e receptivos, e concretizar a venda.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7511893" y="2913602"/>
            <a:ext cx="6332339" cy="30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92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Canais </a:t>
            </a:r>
            <a:r>
              <a:rPr lang="en-US" sz="1920" b="1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ativos</a:t>
            </a:r>
            <a:r>
              <a:rPr lang="en-US" sz="192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: Abordagem Proativa</a:t>
            </a:r>
            <a:endParaRPr lang="en-US" sz="1920" b="1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1891" y="3354968"/>
            <a:ext cx="3105626" cy="161460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81213" y="3532848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Ativos (Ligações)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7781213" y="3908250"/>
            <a:ext cx="2658427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 em contato proativamente com clientes da base para apresentar o novo produto móvel e ofertas de compra.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8605" y="3354968"/>
            <a:ext cx="3105626" cy="161460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007924" y="3532848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Ativos (WhatsApp)</a:t>
            </a:r>
            <a:endParaRPr lang="en-US" sz="1600" dirty="0"/>
          </a:p>
        </p:txBody>
      </p:sp>
      <p:sp>
        <p:nvSpPr>
          <p:cNvPr id="24" name="Text 16"/>
          <p:cNvSpPr/>
          <p:nvPr/>
        </p:nvSpPr>
        <p:spPr>
          <a:xfrm>
            <a:off x="11007924" y="3908250"/>
            <a:ext cx="2658427" cy="662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Envie mensagens informativas sobre o novo produto, gerando leads para vendedores via WhatsApp ou bot.</a:t>
            </a:r>
            <a:endParaRPr lang="en-US" sz="12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1891" y="5090661"/>
            <a:ext cx="3105626" cy="161460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781213" y="5268541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Operação de Campo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7781213" y="5643944"/>
            <a:ext cx="2658427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Após manutenções/reparos bem-sucedidos, sinalize o novo produto móvel, gerando leads para os canais de venda.</a:t>
            </a:r>
            <a:endParaRPr lang="en-US" sz="1200" dirty="0"/>
          </a:p>
        </p:txBody>
      </p:sp>
      <p:pic>
        <p:nvPicPr>
          <p:cNvPr id="2" name="Image 5" descr="preencoded.png">
            <a:extLst>
              <a:ext uri="{FF2B5EF4-FFF2-40B4-BE49-F238E27FC236}">
                <a16:creationId xmlns:a16="http://schemas.microsoft.com/office/drawing/2014/main" id="{AA6CE1CD-6D47-A025-B6B0-CCBCDAC63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8605" y="5105782"/>
            <a:ext cx="3105626" cy="1614606"/>
          </a:xfrm>
          <a:prstGeom prst="rect">
            <a:avLst/>
          </a:prstGeom>
        </p:spPr>
      </p:pic>
      <p:sp>
        <p:nvSpPr>
          <p:cNvPr id="3" name="Text 15">
            <a:extLst>
              <a:ext uri="{FF2B5EF4-FFF2-40B4-BE49-F238E27FC236}">
                <a16:creationId xmlns:a16="http://schemas.microsoft.com/office/drawing/2014/main" id="{2B1425D0-9B09-5EC7-8C7B-C4B3621CADAD}"/>
              </a:ext>
            </a:extLst>
          </p:cNvPr>
          <p:cNvSpPr/>
          <p:nvPr/>
        </p:nvSpPr>
        <p:spPr>
          <a:xfrm>
            <a:off x="11007924" y="5283661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PAP</a:t>
            </a:r>
            <a:endParaRPr lang="en-US" sz="160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E4B6C4FC-F989-EEBA-C0BE-BF2DBEAE52F7}"/>
              </a:ext>
            </a:extLst>
          </p:cNvPr>
          <p:cNvSpPr/>
          <p:nvPr/>
        </p:nvSpPr>
        <p:spPr>
          <a:xfrm>
            <a:off x="11007924" y="5659065"/>
            <a:ext cx="2658427" cy="662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Atua </a:t>
            </a:r>
            <a:r>
              <a:rPr lang="en-US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vendendo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Fibra para prospects e </a:t>
            </a:r>
            <a:r>
              <a:rPr lang="en-US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recebe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lista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vender </a:t>
            </a:r>
            <a:r>
              <a:rPr lang="en-US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móvel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base </a:t>
            </a:r>
            <a:r>
              <a:rPr lang="en-US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fibra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8A219-3766-81F3-310F-8CBEA388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005EE4C3-79D7-F200-C2D9-03D86C417D7E}"/>
              </a:ext>
            </a:extLst>
          </p:cNvPr>
          <p:cNvSpPr/>
          <p:nvPr/>
        </p:nvSpPr>
        <p:spPr>
          <a:xfrm>
            <a:off x="793792" y="2913602"/>
            <a:ext cx="6332339" cy="30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92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Canais </a:t>
            </a:r>
            <a:r>
              <a:rPr lang="en-US" sz="1920" b="1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receptivos</a:t>
            </a:r>
            <a:r>
              <a:rPr lang="en-US" sz="192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: Explorando a Demanda Existente</a:t>
            </a:r>
            <a:endParaRPr lang="en-US" sz="1920" b="1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48CB36D0-32FA-305A-CDE4-808CA1DFE5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20502" y="3354968"/>
            <a:ext cx="3105626" cy="1614606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84389CB4-FC5F-01DA-B7CA-21CFAC78FAF3}"/>
              </a:ext>
            </a:extLst>
          </p:cNvPr>
          <p:cNvSpPr/>
          <p:nvPr/>
        </p:nvSpPr>
        <p:spPr>
          <a:xfrm>
            <a:off x="4289824" y="3532848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Atendimento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F1BFFCD-EE4F-A860-36CC-5ACF6C9DDBC4}"/>
              </a:ext>
            </a:extLst>
          </p:cNvPr>
          <p:cNvSpPr/>
          <p:nvPr/>
        </p:nvSpPr>
        <p:spPr>
          <a:xfrm>
            <a:off x="4289824" y="3908250"/>
            <a:ext cx="2658427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 que ligam são leads em potencial. Após resolver a demanda, aborde comercialmente com o portfólio móvel.</a:t>
            </a:r>
            <a:endParaRPr lang="en-US" sz="12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583976D1-81E3-92EF-9566-F363D4EAFE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1" y="5090661"/>
            <a:ext cx="3105626" cy="1614606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19D8E942-1F99-CCC1-CBA4-15EF06FD1F54}"/>
              </a:ext>
            </a:extLst>
          </p:cNvPr>
          <p:cNvSpPr/>
          <p:nvPr/>
        </p:nvSpPr>
        <p:spPr>
          <a:xfrm>
            <a:off x="1063110" y="5268541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Loja Física</a:t>
            </a:r>
            <a:endParaRPr lang="en-US" sz="1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4252B76F-C970-E15F-04B1-4BEB1BB8CB60}"/>
              </a:ext>
            </a:extLst>
          </p:cNvPr>
          <p:cNvSpPr/>
          <p:nvPr/>
        </p:nvSpPr>
        <p:spPr>
          <a:xfrm>
            <a:off x="1063110" y="5643943"/>
            <a:ext cx="2658427" cy="662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Comunique a novidade do "melhor móvel da região" a todo cliente que entrar na loja, sem exceção.</a:t>
            </a:r>
            <a:endParaRPr lang="en-US" sz="1200" dirty="0"/>
          </a:p>
        </p:txBody>
      </p:sp>
      <p:sp>
        <p:nvSpPr>
          <p:cNvPr id="18" name="Text 12">
            <a:extLst>
              <a:ext uri="{FF2B5EF4-FFF2-40B4-BE49-F238E27FC236}">
                <a16:creationId xmlns:a16="http://schemas.microsoft.com/office/drawing/2014/main" id="{8CE416A0-F6D3-A91C-F9AD-43AE3A990F22}"/>
              </a:ext>
            </a:extLst>
          </p:cNvPr>
          <p:cNvSpPr/>
          <p:nvPr/>
        </p:nvSpPr>
        <p:spPr>
          <a:xfrm>
            <a:off x="7511893" y="2913602"/>
            <a:ext cx="6332339" cy="305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92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Canais </a:t>
            </a:r>
            <a:r>
              <a:rPr lang="en-US" sz="1920" b="1" dirty="0" err="1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ativos</a:t>
            </a:r>
            <a:r>
              <a:rPr lang="en-US" sz="1920" b="1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: Abordagem Proativa</a:t>
            </a:r>
            <a:endParaRPr lang="en-US" sz="1920" b="1" dirty="0"/>
          </a:p>
        </p:txBody>
      </p:sp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88658083-0E28-3D68-9E85-AAFE2BCB43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11891" y="3354968"/>
            <a:ext cx="3105626" cy="1614606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5D8732A5-70CD-FDD7-14CD-CD8FAAA41E64}"/>
              </a:ext>
            </a:extLst>
          </p:cNvPr>
          <p:cNvSpPr/>
          <p:nvPr/>
        </p:nvSpPr>
        <p:spPr>
          <a:xfrm>
            <a:off x="7781213" y="3532848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Ativos (Ligações)</a:t>
            </a:r>
            <a:endParaRPr lang="en-US" sz="16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723638A0-B2E4-1B18-A22D-CF898BF382FC}"/>
              </a:ext>
            </a:extLst>
          </p:cNvPr>
          <p:cNvSpPr/>
          <p:nvPr/>
        </p:nvSpPr>
        <p:spPr>
          <a:xfrm>
            <a:off x="7781213" y="3908250"/>
            <a:ext cx="2658427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 em contato proativamente com clientes da base para apresentar o novo produto móvel e ofertas de compra.</a:t>
            </a:r>
            <a:endParaRPr lang="en-US" sz="1200" dirty="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927DB518-AB3B-F960-8AF7-EF397F651D61}"/>
              </a:ext>
            </a:extLst>
          </p:cNvPr>
          <p:cNvSpPr/>
          <p:nvPr/>
        </p:nvSpPr>
        <p:spPr>
          <a:xfrm>
            <a:off x="604717" y="492366"/>
            <a:ext cx="13042822" cy="140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Todo ponto de contato com o cliente é uma oportunidade de venda.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916810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5137E-9EDC-8156-7D51-9B91ECB1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95A40EBA-0EC6-53AB-E3AF-125635754934}"/>
              </a:ext>
            </a:extLst>
          </p:cNvPr>
          <p:cNvSpPr/>
          <p:nvPr/>
        </p:nvSpPr>
        <p:spPr>
          <a:xfrm>
            <a:off x="793791" y="443033"/>
            <a:ext cx="13042822" cy="140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44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Todo ponto de contato com o cliente é uma oportunidade de venda.</a:t>
            </a:r>
            <a:endParaRPr lang="en-US" sz="4400" dirty="0"/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C2530228-F43B-B491-C926-4FC42D5020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1" y="2885068"/>
            <a:ext cx="3105626" cy="1614606"/>
          </a:xfrm>
          <a:prstGeom prst="rect">
            <a:avLst/>
          </a:prstGeom>
        </p:spPr>
      </p:pic>
      <p:sp>
        <p:nvSpPr>
          <p:cNvPr id="10" name="Text 6">
            <a:extLst>
              <a:ext uri="{FF2B5EF4-FFF2-40B4-BE49-F238E27FC236}">
                <a16:creationId xmlns:a16="http://schemas.microsoft.com/office/drawing/2014/main" id="{CCEAE7C8-ABEC-864E-8325-0B8B30B3D6D5}"/>
              </a:ext>
            </a:extLst>
          </p:cNvPr>
          <p:cNvSpPr/>
          <p:nvPr/>
        </p:nvSpPr>
        <p:spPr>
          <a:xfrm>
            <a:off x="1063113" y="3062948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Atendimento</a:t>
            </a:r>
            <a:endParaRPr lang="en-US" sz="16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6DC99CE-DA26-2854-87CB-DD4B1DD996B2}"/>
              </a:ext>
            </a:extLst>
          </p:cNvPr>
          <p:cNvSpPr/>
          <p:nvPr/>
        </p:nvSpPr>
        <p:spPr>
          <a:xfrm>
            <a:off x="1063113" y="3438350"/>
            <a:ext cx="2658427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Clientes que ligam são leads em potencial. Após resolver a demanda, aborde comercialmente com o portfólio móvel.</a:t>
            </a:r>
            <a:endParaRPr lang="en-US" sz="1200" dirty="0"/>
          </a:p>
        </p:txBody>
      </p:sp>
      <p:pic>
        <p:nvPicPr>
          <p:cNvPr id="12" name="Image 2" descr="preencoded.png">
            <a:extLst>
              <a:ext uri="{FF2B5EF4-FFF2-40B4-BE49-F238E27FC236}">
                <a16:creationId xmlns:a16="http://schemas.microsoft.com/office/drawing/2014/main" id="{B1D3070D-4AB1-E839-F96B-65D7E68A8B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1" y="4620761"/>
            <a:ext cx="3105626" cy="1614606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6852E9D0-DE41-229C-B4D8-EA99C1CDCBDC}"/>
              </a:ext>
            </a:extLst>
          </p:cNvPr>
          <p:cNvSpPr/>
          <p:nvPr/>
        </p:nvSpPr>
        <p:spPr>
          <a:xfrm>
            <a:off x="1063110" y="4798641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Loja Física</a:t>
            </a:r>
            <a:endParaRPr lang="en-US" sz="16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D28C8F6-C3B6-9960-0EEE-3E865E3730B8}"/>
              </a:ext>
            </a:extLst>
          </p:cNvPr>
          <p:cNvSpPr/>
          <p:nvPr/>
        </p:nvSpPr>
        <p:spPr>
          <a:xfrm>
            <a:off x="1063110" y="5174043"/>
            <a:ext cx="2658427" cy="662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Comunique a novidade do "melhor móvel da região" a todo cliente que entrar </a:t>
            </a:r>
            <a:r>
              <a:rPr lang="en-US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2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loja</a:t>
            </a: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200" dirty="0"/>
          </a:p>
        </p:txBody>
      </p:sp>
      <p:pic>
        <p:nvPicPr>
          <p:cNvPr id="19" name="Image 4" descr="preencoded.png">
            <a:extLst>
              <a:ext uri="{FF2B5EF4-FFF2-40B4-BE49-F238E27FC236}">
                <a16:creationId xmlns:a16="http://schemas.microsoft.com/office/drawing/2014/main" id="{782D5CCD-C537-9D3E-24F9-2F2914E443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3791" y="6356452"/>
            <a:ext cx="3105626" cy="1614606"/>
          </a:xfrm>
          <a:prstGeom prst="rect">
            <a:avLst/>
          </a:prstGeom>
        </p:spPr>
      </p:pic>
      <p:sp>
        <p:nvSpPr>
          <p:cNvPr id="20" name="Text 13">
            <a:extLst>
              <a:ext uri="{FF2B5EF4-FFF2-40B4-BE49-F238E27FC236}">
                <a16:creationId xmlns:a16="http://schemas.microsoft.com/office/drawing/2014/main" id="{E55F4FAD-A890-92B8-420E-0723C2E7E536}"/>
              </a:ext>
            </a:extLst>
          </p:cNvPr>
          <p:cNvSpPr/>
          <p:nvPr/>
        </p:nvSpPr>
        <p:spPr>
          <a:xfrm>
            <a:off x="1063113" y="6534332"/>
            <a:ext cx="2658427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Ativos (Ligações)</a:t>
            </a:r>
            <a:endParaRPr lang="en-US" sz="160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839585E8-8FFF-2B3F-2250-7941E46C273F}"/>
              </a:ext>
            </a:extLst>
          </p:cNvPr>
          <p:cNvSpPr/>
          <p:nvPr/>
        </p:nvSpPr>
        <p:spPr>
          <a:xfrm>
            <a:off x="1063113" y="6909734"/>
            <a:ext cx="2658427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9000"/>
              </a:lnSpc>
            </a:pPr>
            <a:r>
              <a:rPr lang="en-US" sz="12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Entre em contato proativamente com clientes da base para apresentar o novo produto móvel e ofertas de compra.</a:t>
            </a:r>
            <a:endParaRPr lang="en-US" sz="1200" dirty="0"/>
          </a:p>
        </p:txBody>
      </p:sp>
      <p:sp>
        <p:nvSpPr>
          <p:cNvPr id="3" name="Text 7">
            <a:extLst>
              <a:ext uri="{FF2B5EF4-FFF2-40B4-BE49-F238E27FC236}">
                <a16:creationId xmlns:a16="http://schemas.microsoft.com/office/drawing/2014/main" id="{5D3A0557-B503-BA83-3307-75233D901234}"/>
              </a:ext>
            </a:extLst>
          </p:cNvPr>
          <p:cNvSpPr/>
          <p:nvPr/>
        </p:nvSpPr>
        <p:spPr>
          <a:xfrm>
            <a:off x="3990862" y="3008720"/>
            <a:ext cx="10550638" cy="1404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19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Separar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operadores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do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atendimento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e/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suporte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técnico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ofertar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móvel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</a:p>
          <a:p>
            <a:pPr marL="285750" indent="-285750">
              <a:lnSpc>
                <a:spcPct val="119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Estabelecer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quantidade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de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venda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por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dia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ou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total de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linhas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para testes 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abordar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clientes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até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alcançar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. Ex.: 3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vendas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por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dia</a:t>
            </a:r>
            <a:endParaRPr lang="en-US" sz="1400" dirty="0">
              <a:solidFill>
                <a:srgbClr val="383838"/>
              </a:solidFill>
              <a:latin typeface="DM Sans" pitchFamily="34" charset="0"/>
            </a:endParaRPr>
          </a:p>
          <a:p>
            <a:pPr marL="285750" indent="-285750">
              <a:lnSpc>
                <a:spcPct val="119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Treinar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time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atendimento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para vender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atender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a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pequena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base de clients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móveis</a:t>
            </a:r>
            <a:endParaRPr lang="en-US" sz="1400" dirty="0">
              <a:solidFill>
                <a:srgbClr val="383838"/>
              </a:solidFill>
              <a:latin typeface="DM Sans" pitchFamily="34" charset="0"/>
            </a:endParaRPr>
          </a:p>
          <a:p>
            <a:pPr marL="285750" indent="-285750">
              <a:lnSpc>
                <a:spcPct val="119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Estabelecer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processos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internos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e com a iez! Telecom</a:t>
            </a:r>
          </a:p>
          <a:p>
            <a:pPr marL="285750" indent="-285750">
              <a:lnSpc>
                <a:spcPct val="119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Se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possível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,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dedicar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supervisor para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acompanhar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time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atendimento</a:t>
            </a:r>
            <a:endParaRPr lang="en-US" sz="1400" dirty="0">
              <a:solidFill>
                <a:srgbClr val="383838"/>
              </a:solidFill>
              <a:latin typeface="DM Sans" pitchFamily="34" charset="0"/>
            </a:endParaRPr>
          </a:p>
          <a:p>
            <a:pPr>
              <a:lnSpc>
                <a:spcPct val="119000"/>
              </a:lnSpc>
            </a:pPr>
            <a:endParaRPr lang="en-US" sz="1400" dirty="0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A894F91D-1966-A56B-6F6B-A7B72EAF070E}"/>
              </a:ext>
            </a:extLst>
          </p:cNvPr>
          <p:cNvSpPr/>
          <p:nvPr/>
        </p:nvSpPr>
        <p:spPr>
          <a:xfrm>
            <a:off x="3990862" y="4798641"/>
            <a:ext cx="9966361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119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Treinar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time da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loja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vender 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atender</a:t>
            </a:r>
            <a:endParaRPr lang="en-US" sz="1400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285750" indent="-285750">
              <a:lnSpc>
                <a:spcPct val="119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Estabelecer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quantidade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de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venda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por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dia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abordar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clientes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até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alcançar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. Ex.: 3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vendas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por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dia</a:t>
            </a:r>
            <a:endParaRPr lang="en-US" sz="1400" dirty="0">
              <a:solidFill>
                <a:srgbClr val="383838"/>
              </a:solidFill>
              <a:latin typeface="DM Sans" pitchFamily="34" charset="0"/>
            </a:endParaRPr>
          </a:p>
          <a:p>
            <a:pPr>
              <a:lnSpc>
                <a:spcPct val="119000"/>
              </a:lnSpc>
            </a:pPr>
            <a:endParaRPr lang="en-US" sz="1400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31A3D16-8C68-93B2-CC06-3289B68C8B93}"/>
              </a:ext>
            </a:extLst>
          </p:cNvPr>
          <p:cNvSpPr/>
          <p:nvPr/>
        </p:nvSpPr>
        <p:spPr>
          <a:xfrm>
            <a:off x="3990862" y="6534332"/>
            <a:ext cx="9966361" cy="883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>
              <a:lnSpc>
                <a:spcPct val="119000"/>
              </a:lnSpc>
              <a:buFont typeface="Wingdings" panose="05000000000000000000" pitchFamily="2" charset="2"/>
              <a:buChar char="§"/>
            </a:pP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Opcional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caso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cliente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seja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necessário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aumentar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o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número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de </a:t>
            </a:r>
            <a:r>
              <a:rPr lang="en-US" sz="1400" dirty="0" err="1">
                <a:solidFill>
                  <a:srgbClr val="383838"/>
                </a:solidFill>
                <a:latin typeface="DM Sans" pitchFamily="34" charset="0"/>
              </a:rPr>
              <a:t>vendas</a:t>
            </a:r>
            <a:r>
              <a:rPr lang="en-US" sz="1400" dirty="0">
                <a:solidFill>
                  <a:srgbClr val="383838"/>
                </a:solidFill>
                <a:latin typeface="DM Sans" pitchFamily="34" charset="0"/>
              </a:rPr>
              <a:t> para o teste</a:t>
            </a:r>
          </a:p>
          <a:p>
            <a:pPr>
              <a:lnSpc>
                <a:spcPct val="119000"/>
              </a:lnSpc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3781052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26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3.43900000000000005684E+00&quot;&gt;&lt;m_msothmcolidx val=&quot;0&quot;/&gt;&lt;m_rgb r=&quot;FF&quot; g=&quot;67&quot; b=&quot;00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G02MPWVr_CvsJTABW1Q1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VpPGWTdAlGL2JmZRTr3V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RxoCWbiK2C4A6Y7BEG7a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Se3w22SAjFUNkKOwXo9W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1rQ6PxF8Db7Typ1FR18Pw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lY8iQhP5haSWto0IRmI9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LqkZd63MM2EYidxzY95E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kFCq9RTS3xMojcAejFLc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cXBQMZlx0HlxT4f0VdK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0OlmoHQctj7eKiQgAYQx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89X6vfBI6XMuaXCKc7XrQ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NPIAXOjZFp4K29Yuyw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iUG0O2PrhLXzALxdCjXQ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OtP_9GvcNEmP2EFO9rc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IkTSQBiopVcgVm0DhI4BA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slhETzDhk9tUYXo1RRIM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6940</TotalTime>
  <Words>888</Words>
  <Application>Microsoft Office PowerPoint</Application>
  <PresentationFormat>Personalizar</PresentationFormat>
  <Paragraphs>221</Paragraphs>
  <Slides>16</Slides>
  <Notes>8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Arial</vt:lpstr>
      <vt:lpstr>PT Serif</vt:lpstr>
      <vt:lpstr>Wingdings</vt:lpstr>
      <vt:lpstr>Source Sans Pro</vt:lpstr>
      <vt:lpstr>DM Sans</vt:lpstr>
      <vt:lpstr>Office Theme</vt:lpstr>
      <vt:lpstr>Slide do think-cell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Renato Soares</cp:lastModifiedBy>
  <cp:revision>28</cp:revision>
  <dcterms:created xsi:type="dcterms:W3CDTF">2025-03-06T19:55:10Z</dcterms:created>
  <dcterms:modified xsi:type="dcterms:W3CDTF">2026-08-12T13:23:46Z</dcterms:modified>
</cp:coreProperties>
</file>